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5"/>
  </p:notesMasterIdLst>
  <p:sldIdLst>
    <p:sldId id="269" r:id="rId3"/>
    <p:sldId id="267" r:id="rId4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5768"/>
    <p:restoredTop sz="94634"/>
  </p:normalViewPr>
  <p:slideViewPr>
    <p:cSldViewPr snapToGrid="0">
      <p:cViewPr>
        <p:scale>
          <a:sx n="205" d="100"/>
          <a:sy n="205" d="100"/>
        </p:scale>
        <p:origin x="144" y="-15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7" Type="http://schemas.openxmlformats.org/officeDocument/2006/relationships/viewProps" Target="viewProps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23F34B2-8708-D44D-8762-69D38A5BC0E2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  <a:p>
            <a:pPr lvl="1"/>
            <a:r>
              <a:rPr kumimoji="1" lang="zh-CN" altLang="en-US"/>
              <a:t>二级</a:t>
            </a:r>
            <a:endParaRPr kumimoji="1" lang="zh-CN" altLang="en-US"/>
          </a:p>
          <a:p>
            <a:pPr lvl="2"/>
            <a:r>
              <a:rPr kumimoji="1" lang="zh-CN" altLang="en-US"/>
              <a:t>三级</a:t>
            </a:r>
            <a:endParaRPr kumimoji="1" lang="zh-CN" altLang="en-US"/>
          </a:p>
          <a:p>
            <a:pPr lvl="3"/>
            <a:r>
              <a:rPr kumimoji="1" lang="zh-CN" altLang="en-US"/>
              <a:t>四级</a:t>
            </a:r>
            <a:endParaRPr kumimoji="1" lang="zh-CN" altLang="en-US"/>
          </a:p>
          <a:p>
            <a:pPr lvl="4"/>
            <a:r>
              <a:rPr kumimoji="1" lang="zh-CN" altLang="en-US"/>
              <a:t>五级</a:t>
            </a:r>
            <a:endParaRPr kumimoji="1"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70AAB95-E3A9-A84E-840B-D2AE6399450C}" type="slidenum">
              <a:rPr kumimoji="1" lang="zh-CN" altLang="en-US" smtClean="0"/>
            </a:fld>
            <a:endParaRPr kumimoji="1"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8731C66-BEA4-6D47-8458-495C300E8E82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  <a:endParaRPr kumimoji="1"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8A94A0-ABE5-C946-A15E-1780E8E7C6E6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D1ED9E-CCA8-5D4A-93ED-7AC3C494B785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  <a:p>
            <a:pPr lvl="1"/>
            <a:r>
              <a:rPr kumimoji="1" lang="zh-CN" altLang="en-US"/>
              <a:t>二级</a:t>
            </a:r>
            <a:endParaRPr kumimoji="1" lang="zh-CN" altLang="en-US"/>
          </a:p>
          <a:p>
            <a:pPr lvl="2"/>
            <a:r>
              <a:rPr kumimoji="1" lang="zh-CN" altLang="en-US"/>
              <a:t>三级</a:t>
            </a:r>
            <a:endParaRPr kumimoji="1" lang="zh-CN" altLang="en-US"/>
          </a:p>
          <a:p>
            <a:pPr lvl="3"/>
            <a:r>
              <a:rPr kumimoji="1" lang="zh-CN" altLang="en-US"/>
              <a:t>四级</a:t>
            </a:r>
            <a:endParaRPr kumimoji="1" lang="zh-CN" altLang="en-US"/>
          </a:p>
          <a:p>
            <a:pPr lvl="4"/>
            <a:r>
              <a:rPr kumimoji="1" lang="zh-CN" altLang="en-US"/>
              <a:t>五级</a:t>
            </a:r>
            <a:endParaRPr kumimoji="1"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8A94A0-ABE5-C946-A15E-1780E8E7C6E6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D1ED9E-CCA8-5D4A-93ED-7AC3C494B785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8A94A0-ABE5-C946-A15E-1780E8E7C6E6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D1ED9E-CCA8-5D4A-93ED-7AC3C494B785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  <a:p>
            <a:pPr lvl="1"/>
            <a:r>
              <a:rPr kumimoji="1" lang="zh-CN" altLang="en-US"/>
              <a:t>二级</a:t>
            </a:r>
            <a:endParaRPr kumimoji="1" lang="zh-CN" altLang="en-US"/>
          </a:p>
          <a:p>
            <a:pPr lvl="2"/>
            <a:r>
              <a:rPr kumimoji="1" lang="zh-CN" altLang="en-US"/>
              <a:t>三级</a:t>
            </a:r>
            <a:endParaRPr kumimoji="1" lang="zh-CN" altLang="en-US"/>
          </a:p>
          <a:p>
            <a:pPr lvl="3"/>
            <a:r>
              <a:rPr kumimoji="1" lang="zh-CN" altLang="en-US"/>
              <a:t>四级</a:t>
            </a:r>
            <a:endParaRPr kumimoji="1" lang="zh-CN" altLang="en-US"/>
          </a:p>
          <a:p>
            <a:pPr lvl="4"/>
            <a:r>
              <a:rPr kumimoji="1" lang="zh-CN" altLang="en-US"/>
              <a:t>五级</a:t>
            </a:r>
            <a:endParaRPr kumimoji="1"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  <a:p>
            <a:pPr lvl="1"/>
            <a:r>
              <a:rPr kumimoji="1" lang="zh-CN" altLang="en-US"/>
              <a:t>二级</a:t>
            </a:r>
            <a:endParaRPr kumimoji="1" lang="zh-CN" altLang="en-US"/>
          </a:p>
          <a:p>
            <a:pPr lvl="2"/>
            <a:r>
              <a:rPr kumimoji="1" lang="zh-CN" altLang="en-US"/>
              <a:t>三级</a:t>
            </a:r>
            <a:endParaRPr kumimoji="1" lang="zh-CN" altLang="en-US"/>
          </a:p>
          <a:p>
            <a:pPr lvl="3"/>
            <a:r>
              <a:rPr kumimoji="1" lang="zh-CN" altLang="en-US"/>
              <a:t>四级</a:t>
            </a:r>
            <a:endParaRPr kumimoji="1" lang="zh-CN" altLang="en-US"/>
          </a:p>
          <a:p>
            <a:pPr lvl="4"/>
            <a:r>
              <a:rPr kumimoji="1" lang="zh-CN" altLang="en-US"/>
              <a:t>五级</a:t>
            </a:r>
            <a:endParaRPr kumimoji="1"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8A94A0-ABE5-C946-A15E-1780E8E7C6E6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D1ED9E-CCA8-5D4A-93ED-7AC3C494B785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  <a:p>
            <a:pPr lvl="1"/>
            <a:r>
              <a:rPr kumimoji="1" lang="zh-CN" altLang="en-US"/>
              <a:t>二级</a:t>
            </a:r>
            <a:endParaRPr kumimoji="1" lang="zh-CN" altLang="en-US"/>
          </a:p>
          <a:p>
            <a:pPr lvl="2"/>
            <a:r>
              <a:rPr kumimoji="1" lang="zh-CN" altLang="en-US"/>
              <a:t>三级</a:t>
            </a:r>
            <a:endParaRPr kumimoji="1" lang="zh-CN" altLang="en-US"/>
          </a:p>
          <a:p>
            <a:pPr lvl="3"/>
            <a:r>
              <a:rPr kumimoji="1" lang="zh-CN" altLang="en-US"/>
              <a:t>四级</a:t>
            </a:r>
            <a:endParaRPr kumimoji="1" lang="zh-CN" altLang="en-US"/>
          </a:p>
          <a:p>
            <a:pPr lvl="4"/>
            <a:r>
              <a:rPr kumimoji="1" lang="zh-CN" altLang="en-US"/>
              <a:t>五级</a:t>
            </a:r>
            <a:endParaRPr kumimoji="1"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  <a:p>
            <a:pPr lvl="1"/>
            <a:r>
              <a:rPr kumimoji="1" lang="zh-CN" altLang="en-US"/>
              <a:t>二级</a:t>
            </a:r>
            <a:endParaRPr kumimoji="1" lang="zh-CN" altLang="en-US"/>
          </a:p>
          <a:p>
            <a:pPr lvl="2"/>
            <a:r>
              <a:rPr kumimoji="1" lang="zh-CN" altLang="en-US"/>
              <a:t>三级</a:t>
            </a:r>
            <a:endParaRPr kumimoji="1" lang="zh-CN" altLang="en-US"/>
          </a:p>
          <a:p>
            <a:pPr lvl="3"/>
            <a:r>
              <a:rPr kumimoji="1" lang="zh-CN" altLang="en-US"/>
              <a:t>四级</a:t>
            </a:r>
            <a:endParaRPr kumimoji="1" lang="zh-CN" altLang="en-US"/>
          </a:p>
          <a:p>
            <a:pPr lvl="4"/>
            <a:r>
              <a:rPr kumimoji="1" lang="zh-CN" altLang="en-US"/>
              <a:t>五级</a:t>
            </a:r>
            <a:endParaRPr kumimoji="1"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8A94A0-ABE5-C946-A15E-1780E8E7C6E6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D1ED9E-CCA8-5D4A-93ED-7AC3C494B785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8A94A0-ABE5-C946-A15E-1780E8E7C6E6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D1ED9E-CCA8-5D4A-93ED-7AC3C494B785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8A94A0-ABE5-C946-A15E-1780E8E7C6E6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D1ED9E-CCA8-5D4A-93ED-7AC3C494B785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  <a:p>
            <a:pPr lvl="1"/>
            <a:r>
              <a:rPr kumimoji="1" lang="zh-CN" altLang="en-US"/>
              <a:t>二级</a:t>
            </a:r>
            <a:endParaRPr kumimoji="1" lang="zh-CN" altLang="en-US"/>
          </a:p>
          <a:p>
            <a:pPr lvl="2"/>
            <a:r>
              <a:rPr kumimoji="1" lang="zh-CN" altLang="en-US"/>
              <a:t>三级</a:t>
            </a:r>
            <a:endParaRPr kumimoji="1" lang="zh-CN" altLang="en-US"/>
          </a:p>
          <a:p>
            <a:pPr lvl="3"/>
            <a:r>
              <a:rPr kumimoji="1" lang="zh-CN" altLang="en-US"/>
              <a:t>四级</a:t>
            </a:r>
            <a:endParaRPr kumimoji="1" lang="zh-CN" altLang="en-US"/>
          </a:p>
          <a:p>
            <a:pPr lvl="4"/>
            <a:r>
              <a:rPr kumimoji="1" lang="zh-CN" altLang="en-US"/>
              <a:t>五级</a:t>
            </a:r>
            <a:endParaRPr kumimoji="1"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8A94A0-ABE5-C946-A15E-1780E8E7C6E6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D1ED9E-CCA8-5D4A-93ED-7AC3C494B785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8A94A0-ABE5-C946-A15E-1780E8E7C6E6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D1ED9E-CCA8-5D4A-93ED-7AC3C494B785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  <a:p>
            <a:pPr lvl="1"/>
            <a:r>
              <a:rPr kumimoji="1" lang="zh-CN" altLang="en-US"/>
              <a:t>二级</a:t>
            </a:r>
            <a:endParaRPr kumimoji="1" lang="zh-CN" altLang="en-US"/>
          </a:p>
          <a:p>
            <a:pPr lvl="2"/>
            <a:r>
              <a:rPr kumimoji="1" lang="zh-CN" altLang="en-US"/>
              <a:t>三级</a:t>
            </a:r>
            <a:endParaRPr kumimoji="1" lang="zh-CN" altLang="en-US"/>
          </a:p>
          <a:p>
            <a:pPr lvl="3"/>
            <a:r>
              <a:rPr kumimoji="1" lang="zh-CN" altLang="en-US"/>
              <a:t>四级</a:t>
            </a:r>
            <a:endParaRPr kumimoji="1" lang="zh-CN" altLang="en-US"/>
          </a:p>
          <a:p>
            <a:pPr lvl="4"/>
            <a:r>
              <a:rPr kumimoji="1" lang="zh-CN" altLang="en-US"/>
              <a:t>五级</a:t>
            </a:r>
            <a:endParaRPr kumimoji="1"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8A94A0-ABE5-C946-A15E-1780E8E7C6E6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D1ED9E-CCA8-5D4A-93ED-7AC3C494B785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  <a:p>
            <a:pPr lvl="1"/>
            <a:r>
              <a:rPr kumimoji="1" lang="zh-CN" altLang="en-US"/>
              <a:t>二级</a:t>
            </a:r>
            <a:endParaRPr kumimoji="1" lang="zh-CN" altLang="en-US"/>
          </a:p>
          <a:p>
            <a:pPr lvl="2"/>
            <a:r>
              <a:rPr kumimoji="1" lang="zh-CN" altLang="en-US"/>
              <a:t>三级</a:t>
            </a:r>
            <a:endParaRPr kumimoji="1" lang="zh-CN" altLang="en-US"/>
          </a:p>
          <a:p>
            <a:pPr lvl="3"/>
            <a:r>
              <a:rPr kumimoji="1" lang="zh-CN" altLang="en-US"/>
              <a:t>四级</a:t>
            </a:r>
            <a:endParaRPr kumimoji="1" lang="zh-CN" altLang="en-US"/>
          </a:p>
          <a:p>
            <a:pPr lvl="4"/>
            <a:r>
              <a:rPr kumimoji="1" lang="zh-CN" altLang="en-US"/>
              <a:t>五级</a:t>
            </a:r>
            <a:endParaRPr kumimoji="1"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8A94A0-ABE5-C946-A15E-1780E8E7C6E6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D1ED9E-CCA8-5D4A-93ED-7AC3C494B785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  <a:p>
            <a:pPr lvl="1"/>
            <a:r>
              <a:rPr kumimoji="1" lang="zh-CN" altLang="en-US"/>
              <a:t>二级</a:t>
            </a:r>
            <a:endParaRPr kumimoji="1" lang="zh-CN" altLang="en-US"/>
          </a:p>
          <a:p>
            <a:pPr lvl="2"/>
            <a:r>
              <a:rPr kumimoji="1" lang="zh-CN" altLang="en-US"/>
              <a:t>三级</a:t>
            </a:r>
            <a:endParaRPr kumimoji="1" lang="zh-CN" altLang="en-US"/>
          </a:p>
          <a:p>
            <a:pPr lvl="3"/>
            <a:r>
              <a:rPr kumimoji="1" lang="zh-CN" altLang="en-US"/>
              <a:t>四级</a:t>
            </a:r>
            <a:endParaRPr kumimoji="1" lang="zh-CN" altLang="en-US"/>
          </a:p>
          <a:p>
            <a:pPr lvl="4"/>
            <a:r>
              <a:rPr kumimoji="1" lang="zh-CN" altLang="en-US"/>
              <a:t>五级</a:t>
            </a:r>
            <a:endParaRPr kumimoji="1"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58A94A0-ABE5-C946-A15E-1780E8E7C6E6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4D1ED9E-CCA8-5D4A-93ED-7AC3C494B785}" type="slidenum">
              <a:rPr kumimoji="1" lang="zh-CN" altLang="en-US" smtClean="0"/>
            </a:fld>
            <a:endParaRPr kumimoji="1"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4.png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.xml"/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圆角矩形 63"/>
          <p:cNvSpPr/>
          <p:nvPr/>
        </p:nvSpPr>
        <p:spPr>
          <a:xfrm>
            <a:off x="223517" y="1465094"/>
            <a:ext cx="5762257" cy="3244930"/>
          </a:xfrm>
          <a:prstGeom prst="roundRect">
            <a:avLst>
              <a:gd name="adj" fmla="val 2783"/>
            </a:avLst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050" b="1" dirty="0">
              <a:solidFill>
                <a:schemeClr val="bg1">
                  <a:lumMod val="9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0" name="圆角矩形 109"/>
          <p:cNvSpPr/>
          <p:nvPr/>
        </p:nvSpPr>
        <p:spPr>
          <a:xfrm>
            <a:off x="6358793" y="1465093"/>
            <a:ext cx="5280540" cy="3244931"/>
          </a:xfrm>
          <a:prstGeom prst="roundRect">
            <a:avLst>
              <a:gd name="adj" fmla="val 2783"/>
            </a:avLst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050" b="1" dirty="0">
              <a:solidFill>
                <a:schemeClr val="bg1">
                  <a:lumMod val="9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16" name="表格 15"/>
          <p:cNvGraphicFramePr>
            <a:graphicFrameLocks noGrp="1"/>
          </p:cNvGraphicFramePr>
          <p:nvPr/>
        </p:nvGraphicFramePr>
        <p:xfrm>
          <a:off x="1489501" y="1629000"/>
          <a:ext cx="1800000" cy="1800000"/>
        </p:xfrm>
        <a:graphic>
          <a:graphicData uri="http://schemas.openxmlformats.org/drawingml/2006/table">
            <a:tbl>
              <a:tblPr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225000"/>
                <a:gridCol w="225000"/>
                <a:gridCol w="225000"/>
                <a:gridCol w="225000"/>
                <a:gridCol w="225000"/>
                <a:gridCol w="225000"/>
                <a:gridCol w="225000"/>
                <a:gridCol w="225000"/>
              </a:tblGrid>
              <a:tr h="225000"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</a:tr>
              <a:tr h="225000"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</a:tr>
              <a:tr h="225000"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</a:tr>
              <a:tr h="225000"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</a:tr>
              <a:tr h="225000"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</a:tr>
              <a:tr h="225000"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</a:tr>
              <a:tr h="225000"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</a:tr>
              <a:tr h="225000"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</a:tr>
            </a:tbl>
          </a:graphicData>
        </a:graphic>
      </p:graphicFrame>
      <p:sp>
        <p:nvSpPr>
          <p:cNvPr id="90" name="矩形 89"/>
          <p:cNvSpPr/>
          <p:nvPr/>
        </p:nvSpPr>
        <p:spPr>
          <a:xfrm>
            <a:off x="223517" y="846249"/>
            <a:ext cx="5762257" cy="376686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2400" dirty="0">
                <a:solidFill>
                  <a:schemeClr val="tx1"/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Global Memory</a:t>
            </a:r>
            <a:endParaRPr kumimoji="1" lang="zh-CN" altLang="en-US" sz="2400" dirty="0">
              <a:solidFill>
                <a:schemeClr val="tx1"/>
              </a:solidFill>
              <a:latin typeface="Cambria Math" panose="020405030504060302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5" name="表格 4"/>
          <p:cNvGraphicFramePr>
            <a:graphicFrameLocks noGrp="1"/>
          </p:cNvGraphicFramePr>
          <p:nvPr/>
        </p:nvGraphicFramePr>
        <p:xfrm>
          <a:off x="4364103" y="1621800"/>
          <a:ext cx="226800" cy="1814400"/>
        </p:xfrm>
        <a:graphic>
          <a:graphicData uri="http://schemas.openxmlformats.org/drawingml/2006/table">
            <a:tbl>
              <a:tblPr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226800"/>
              </a:tblGrid>
              <a:tr h="226800">
                <a:tc>
                  <a:txBody>
                    <a:bodyPr/>
                    <a:lstStyle/>
                    <a:p>
                      <a:endParaRPr lang="zh-CN" altLang="en-US" sz="100">
                        <a:noFill/>
                      </a:endParaRP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</a:tr>
              <a:tr h="226800">
                <a:tc>
                  <a:txBody>
                    <a:bodyPr/>
                    <a:lstStyle/>
                    <a:p>
                      <a:endParaRPr lang="zh-CN" altLang="en-US" sz="100" dirty="0">
                        <a:noFill/>
                      </a:endParaRP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</a:tr>
              <a:tr h="226800">
                <a:tc>
                  <a:txBody>
                    <a:bodyPr/>
                    <a:lstStyle/>
                    <a:p>
                      <a:endParaRPr lang="zh-CN" altLang="en-US" sz="100" dirty="0">
                        <a:noFill/>
                      </a:endParaRP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</a:tr>
              <a:tr h="226800">
                <a:tc>
                  <a:txBody>
                    <a:bodyPr/>
                    <a:lstStyle/>
                    <a:p>
                      <a:endParaRPr lang="zh-CN" altLang="en-US" sz="100">
                        <a:noFill/>
                      </a:endParaRP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</a:tr>
              <a:tr h="226800">
                <a:tc>
                  <a:txBody>
                    <a:bodyPr/>
                    <a:lstStyle/>
                    <a:p>
                      <a:endParaRPr lang="zh-CN" altLang="en-US" sz="100">
                        <a:noFill/>
                      </a:endParaRP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</a:tr>
              <a:tr h="226800">
                <a:tc>
                  <a:txBody>
                    <a:bodyPr/>
                    <a:lstStyle/>
                    <a:p>
                      <a:endParaRPr lang="zh-CN" altLang="en-US" sz="100">
                        <a:noFill/>
                      </a:endParaRP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</a:tr>
              <a:tr h="226800">
                <a:tc>
                  <a:txBody>
                    <a:bodyPr/>
                    <a:lstStyle/>
                    <a:p>
                      <a:endParaRPr lang="zh-CN" altLang="en-US" sz="100">
                        <a:noFill/>
                      </a:endParaRP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</a:tr>
              <a:tr h="226800">
                <a:tc>
                  <a:txBody>
                    <a:bodyPr/>
                    <a:lstStyle/>
                    <a:p>
                      <a:endParaRPr lang="zh-CN" altLang="en-US" sz="100" dirty="0">
                        <a:noFill/>
                      </a:endParaRP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</a:tr>
            </a:tbl>
          </a:graphicData>
        </a:graphic>
      </p:graphicFrame>
      <p:graphicFrame>
        <p:nvGraphicFramePr>
          <p:cNvPr id="6" name="表格 5"/>
          <p:cNvGraphicFramePr>
            <a:graphicFrameLocks noGrp="1"/>
          </p:cNvGraphicFramePr>
          <p:nvPr/>
        </p:nvGraphicFramePr>
        <p:xfrm>
          <a:off x="5665505" y="1621800"/>
          <a:ext cx="226800" cy="1814400"/>
        </p:xfrm>
        <a:graphic>
          <a:graphicData uri="http://schemas.openxmlformats.org/drawingml/2006/table">
            <a:tbl>
              <a:tblPr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226800"/>
              </a:tblGrid>
              <a:tr h="226800"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</a:tr>
              <a:tr h="226800"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</a:tr>
              <a:tr h="226800"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</a:tr>
              <a:tr h="226800"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</a:tr>
              <a:tr h="226800"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</a:tr>
              <a:tr h="226800"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</a:tr>
              <a:tr h="226800"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</a:tr>
              <a:tr h="226800"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</a:tr>
            </a:tbl>
          </a:graphicData>
        </a:graphic>
      </p:graphicFrame>
      <p:graphicFrame>
        <p:nvGraphicFramePr>
          <p:cNvPr id="7" name="表格 6"/>
          <p:cNvGraphicFramePr>
            <a:graphicFrameLocks noGrp="1"/>
          </p:cNvGraphicFramePr>
          <p:nvPr/>
        </p:nvGraphicFramePr>
        <p:xfrm>
          <a:off x="1349474" y="1791931"/>
          <a:ext cx="1800000" cy="1800000"/>
        </p:xfrm>
        <a:graphic>
          <a:graphicData uri="http://schemas.openxmlformats.org/drawingml/2006/table">
            <a:tbl>
              <a:tblPr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225000"/>
                <a:gridCol w="225000"/>
                <a:gridCol w="225000"/>
                <a:gridCol w="225000"/>
                <a:gridCol w="225000"/>
                <a:gridCol w="225000"/>
                <a:gridCol w="225000"/>
                <a:gridCol w="225000"/>
              </a:tblGrid>
              <a:tr h="225000"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</a:tr>
              <a:tr h="225000"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</a:tr>
              <a:tr h="225000"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</a:tr>
              <a:tr h="225000"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</a:tr>
              <a:tr h="225000"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</a:tr>
              <a:tr h="225000"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</a:tr>
              <a:tr h="225000"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</a:tr>
              <a:tr h="225000"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</a:tr>
            </a:tbl>
          </a:graphicData>
        </a:graphic>
      </p:graphicFrame>
      <p:graphicFrame>
        <p:nvGraphicFramePr>
          <p:cNvPr id="8" name="表格 7"/>
          <p:cNvGraphicFramePr>
            <a:graphicFrameLocks noGrp="1"/>
          </p:cNvGraphicFramePr>
          <p:nvPr/>
        </p:nvGraphicFramePr>
        <p:xfrm>
          <a:off x="4224076" y="1784731"/>
          <a:ext cx="226800" cy="1814400"/>
        </p:xfrm>
        <a:graphic>
          <a:graphicData uri="http://schemas.openxmlformats.org/drawingml/2006/table">
            <a:tbl>
              <a:tblPr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226800"/>
              </a:tblGrid>
              <a:tr h="226800">
                <a:tc>
                  <a:txBody>
                    <a:bodyPr/>
                    <a:lstStyle/>
                    <a:p>
                      <a:endParaRPr lang="zh-CN" altLang="en-US" sz="100">
                        <a:noFill/>
                      </a:endParaRP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</a:tr>
              <a:tr h="226800">
                <a:tc>
                  <a:txBody>
                    <a:bodyPr/>
                    <a:lstStyle/>
                    <a:p>
                      <a:endParaRPr lang="zh-CN" altLang="en-US" sz="100" dirty="0">
                        <a:noFill/>
                      </a:endParaRP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</a:tr>
              <a:tr h="226800">
                <a:tc>
                  <a:txBody>
                    <a:bodyPr/>
                    <a:lstStyle/>
                    <a:p>
                      <a:endParaRPr lang="zh-CN" altLang="en-US" sz="100" dirty="0">
                        <a:noFill/>
                      </a:endParaRP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</a:tr>
              <a:tr h="226800">
                <a:tc>
                  <a:txBody>
                    <a:bodyPr/>
                    <a:lstStyle/>
                    <a:p>
                      <a:endParaRPr lang="zh-CN" altLang="en-US" sz="100">
                        <a:noFill/>
                      </a:endParaRP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</a:tr>
              <a:tr h="226800">
                <a:tc>
                  <a:txBody>
                    <a:bodyPr/>
                    <a:lstStyle/>
                    <a:p>
                      <a:endParaRPr lang="zh-CN" altLang="en-US" sz="100">
                        <a:noFill/>
                      </a:endParaRP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</a:tr>
              <a:tr h="226800">
                <a:tc>
                  <a:txBody>
                    <a:bodyPr/>
                    <a:lstStyle/>
                    <a:p>
                      <a:endParaRPr lang="zh-CN" altLang="en-US" sz="100">
                        <a:noFill/>
                      </a:endParaRP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</a:tr>
              <a:tr h="226800">
                <a:tc>
                  <a:txBody>
                    <a:bodyPr/>
                    <a:lstStyle/>
                    <a:p>
                      <a:endParaRPr lang="zh-CN" altLang="en-US" sz="100">
                        <a:noFill/>
                      </a:endParaRP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</a:tr>
              <a:tr h="226800">
                <a:tc>
                  <a:txBody>
                    <a:bodyPr/>
                    <a:lstStyle/>
                    <a:p>
                      <a:endParaRPr lang="zh-CN" altLang="en-US" sz="100" dirty="0">
                        <a:noFill/>
                      </a:endParaRP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</a:tr>
            </a:tbl>
          </a:graphicData>
        </a:graphic>
      </p:graphicFrame>
      <p:graphicFrame>
        <p:nvGraphicFramePr>
          <p:cNvPr id="9" name="表格 8"/>
          <p:cNvGraphicFramePr>
            <a:graphicFrameLocks noGrp="1"/>
          </p:cNvGraphicFramePr>
          <p:nvPr/>
        </p:nvGraphicFramePr>
        <p:xfrm>
          <a:off x="5525478" y="1784731"/>
          <a:ext cx="226800" cy="1814400"/>
        </p:xfrm>
        <a:graphic>
          <a:graphicData uri="http://schemas.openxmlformats.org/drawingml/2006/table">
            <a:tbl>
              <a:tblPr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226800"/>
              </a:tblGrid>
              <a:tr h="226800"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</a:tr>
              <a:tr h="226800"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</a:tr>
              <a:tr h="226800"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</a:tr>
              <a:tr h="226800"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</a:tr>
              <a:tr h="226800"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</a:tr>
              <a:tr h="226800"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</a:tr>
              <a:tr h="226800"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</a:tr>
              <a:tr h="226800"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0" name="表格 9"/>
          <p:cNvGraphicFramePr>
            <a:graphicFrameLocks noGrp="1"/>
          </p:cNvGraphicFramePr>
          <p:nvPr/>
        </p:nvGraphicFramePr>
        <p:xfrm>
          <a:off x="1209449" y="1954862"/>
          <a:ext cx="1800000" cy="1800000"/>
        </p:xfrm>
        <a:graphic>
          <a:graphicData uri="http://schemas.openxmlformats.org/drawingml/2006/table">
            <a:tbl>
              <a:tblPr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225000"/>
                <a:gridCol w="225000"/>
                <a:gridCol w="225000"/>
                <a:gridCol w="225000"/>
                <a:gridCol w="225000"/>
                <a:gridCol w="225000"/>
                <a:gridCol w="225000"/>
                <a:gridCol w="225000"/>
              </a:tblGrid>
              <a:tr h="225000"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</a:tr>
              <a:tr h="225000"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</a:tr>
              <a:tr h="225000"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</a:tr>
              <a:tr h="225000"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</a:tr>
              <a:tr h="225000"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</a:tr>
              <a:tr h="225000"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</a:tr>
              <a:tr h="225000"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</a:tr>
              <a:tr h="225000"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6" name="表格 25"/>
          <p:cNvGraphicFramePr>
            <a:graphicFrameLocks noGrp="1"/>
          </p:cNvGraphicFramePr>
          <p:nvPr/>
        </p:nvGraphicFramePr>
        <p:xfrm>
          <a:off x="4084051" y="1947662"/>
          <a:ext cx="226800" cy="1814400"/>
        </p:xfrm>
        <a:graphic>
          <a:graphicData uri="http://schemas.openxmlformats.org/drawingml/2006/table">
            <a:tbl>
              <a:tblPr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226800"/>
              </a:tblGrid>
              <a:tr h="226800">
                <a:tc>
                  <a:txBody>
                    <a:bodyPr/>
                    <a:lstStyle/>
                    <a:p>
                      <a:endParaRPr lang="zh-CN" altLang="en-US" sz="100">
                        <a:noFill/>
                      </a:endParaRP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</a:tr>
              <a:tr h="226800">
                <a:tc>
                  <a:txBody>
                    <a:bodyPr/>
                    <a:lstStyle/>
                    <a:p>
                      <a:endParaRPr lang="zh-CN" altLang="en-US" sz="100" dirty="0">
                        <a:noFill/>
                      </a:endParaRP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</a:tr>
              <a:tr h="226800">
                <a:tc>
                  <a:txBody>
                    <a:bodyPr/>
                    <a:lstStyle/>
                    <a:p>
                      <a:endParaRPr lang="zh-CN" altLang="en-US" sz="100" dirty="0">
                        <a:noFill/>
                      </a:endParaRP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</a:tr>
              <a:tr h="226800">
                <a:tc>
                  <a:txBody>
                    <a:bodyPr/>
                    <a:lstStyle/>
                    <a:p>
                      <a:endParaRPr lang="zh-CN" altLang="en-US" sz="100">
                        <a:noFill/>
                      </a:endParaRP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</a:tr>
              <a:tr h="226800">
                <a:tc>
                  <a:txBody>
                    <a:bodyPr/>
                    <a:lstStyle/>
                    <a:p>
                      <a:endParaRPr lang="zh-CN" altLang="en-US" sz="100">
                        <a:noFill/>
                      </a:endParaRP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</a:tr>
              <a:tr h="226800">
                <a:tc>
                  <a:txBody>
                    <a:bodyPr/>
                    <a:lstStyle/>
                    <a:p>
                      <a:endParaRPr lang="zh-CN" altLang="en-US" sz="100">
                        <a:noFill/>
                      </a:endParaRP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</a:tr>
              <a:tr h="226800">
                <a:tc>
                  <a:txBody>
                    <a:bodyPr/>
                    <a:lstStyle/>
                    <a:p>
                      <a:endParaRPr lang="zh-CN" altLang="en-US" sz="100">
                        <a:noFill/>
                      </a:endParaRP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</a:tr>
              <a:tr h="226800">
                <a:tc>
                  <a:txBody>
                    <a:bodyPr/>
                    <a:lstStyle/>
                    <a:p>
                      <a:endParaRPr lang="zh-CN" altLang="en-US" sz="100" dirty="0">
                        <a:noFill/>
                      </a:endParaRP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7" name="表格 26"/>
          <p:cNvGraphicFramePr>
            <a:graphicFrameLocks noGrp="1"/>
          </p:cNvGraphicFramePr>
          <p:nvPr/>
        </p:nvGraphicFramePr>
        <p:xfrm>
          <a:off x="5385453" y="1947662"/>
          <a:ext cx="226800" cy="1814400"/>
        </p:xfrm>
        <a:graphic>
          <a:graphicData uri="http://schemas.openxmlformats.org/drawingml/2006/table">
            <a:tbl>
              <a:tblPr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226800"/>
              </a:tblGrid>
              <a:tr h="226800"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</a:tr>
              <a:tr h="226800"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</a:tr>
              <a:tr h="226800"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</a:tr>
              <a:tr h="226800"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</a:tr>
              <a:tr h="226800"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</a:tr>
              <a:tr h="226800"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</a:tr>
              <a:tr h="226800"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</a:tr>
              <a:tr h="226800"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8" name="表格 27"/>
          <p:cNvGraphicFramePr>
            <a:graphicFrameLocks noGrp="1"/>
          </p:cNvGraphicFramePr>
          <p:nvPr/>
        </p:nvGraphicFramePr>
        <p:xfrm>
          <a:off x="1069424" y="2117793"/>
          <a:ext cx="1800000" cy="1800000"/>
        </p:xfrm>
        <a:graphic>
          <a:graphicData uri="http://schemas.openxmlformats.org/drawingml/2006/table">
            <a:tbl>
              <a:tblPr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225000"/>
                <a:gridCol w="225000"/>
                <a:gridCol w="225000"/>
                <a:gridCol w="225000"/>
                <a:gridCol w="225000"/>
                <a:gridCol w="225000"/>
                <a:gridCol w="225000"/>
                <a:gridCol w="225000"/>
              </a:tblGrid>
              <a:tr h="225000"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</a:tr>
              <a:tr h="225000"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</a:tr>
              <a:tr h="225000"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</a:tr>
              <a:tr h="225000"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</a:tr>
              <a:tr h="225000"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</a:tr>
              <a:tr h="225000"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</a:tr>
              <a:tr h="225000"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</a:tr>
              <a:tr h="225000"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9" name="表格 28"/>
          <p:cNvGraphicFramePr>
            <a:graphicFrameLocks noGrp="1"/>
          </p:cNvGraphicFramePr>
          <p:nvPr/>
        </p:nvGraphicFramePr>
        <p:xfrm>
          <a:off x="3944026" y="2110593"/>
          <a:ext cx="226800" cy="1814400"/>
        </p:xfrm>
        <a:graphic>
          <a:graphicData uri="http://schemas.openxmlformats.org/drawingml/2006/table">
            <a:tbl>
              <a:tblPr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226800"/>
              </a:tblGrid>
              <a:tr h="226800">
                <a:tc>
                  <a:txBody>
                    <a:bodyPr/>
                    <a:lstStyle/>
                    <a:p>
                      <a:endParaRPr lang="zh-CN" altLang="en-US" sz="100">
                        <a:noFill/>
                      </a:endParaRP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</a:tr>
              <a:tr h="226800">
                <a:tc>
                  <a:txBody>
                    <a:bodyPr/>
                    <a:lstStyle/>
                    <a:p>
                      <a:endParaRPr lang="zh-CN" altLang="en-US" sz="100" dirty="0">
                        <a:noFill/>
                      </a:endParaRP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</a:tr>
              <a:tr h="226800">
                <a:tc>
                  <a:txBody>
                    <a:bodyPr/>
                    <a:lstStyle/>
                    <a:p>
                      <a:endParaRPr lang="zh-CN" altLang="en-US" sz="100" dirty="0">
                        <a:noFill/>
                      </a:endParaRP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</a:tr>
              <a:tr h="226800">
                <a:tc>
                  <a:txBody>
                    <a:bodyPr/>
                    <a:lstStyle/>
                    <a:p>
                      <a:endParaRPr lang="zh-CN" altLang="en-US" sz="100">
                        <a:noFill/>
                      </a:endParaRP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</a:tr>
              <a:tr h="226800">
                <a:tc>
                  <a:txBody>
                    <a:bodyPr/>
                    <a:lstStyle/>
                    <a:p>
                      <a:endParaRPr lang="zh-CN" altLang="en-US" sz="100">
                        <a:noFill/>
                      </a:endParaRP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</a:tr>
              <a:tr h="226800">
                <a:tc>
                  <a:txBody>
                    <a:bodyPr/>
                    <a:lstStyle/>
                    <a:p>
                      <a:endParaRPr lang="zh-CN" altLang="en-US" sz="100">
                        <a:noFill/>
                      </a:endParaRP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</a:tr>
              <a:tr h="226800">
                <a:tc>
                  <a:txBody>
                    <a:bodyPr/>
                    <a:lstStyle/>
                    <a:p>
                      <a:endParaRPr lang="zh-CN" altLang="en-US" sz="100">
                        <a:noFill/>
                      </a:endParaRP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</a:tr>
              <a:tr h="226800">
                <a:tc>
                  <a:txBody>
                    <a:bodyPr/>
                    <a:lstStyle/>
                    <a:p>
                      <a:endParaRPr lang="zh-CN" altLang="en-US" sz="100" dirty="0">
                        <a:noFill/>
                      </a:endParaRP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</a:tr>
            </a:tbl>
          </a:graphicData>
        </a:graphic>
      </p:graphicFrame>
      <p:graphicFrame>
        <p:nvGraphicFramePr>
          <p:cNvPr id="30" name="表格 29"/>
          <p:cNvGraphicFramePr>
            <a:graphicFrameLocks noGrp="1"/>
          </p:cNvGraphicFramePr>
          <p:nvPr/>
        </p:nvGraphicFramePr>
        <p:xfrm>
          <a:off x="5245428" y="2110593"/>
          <a:ext cx="226800" cy="1814400"/>
        </p:xfrm>
        <a:graphic>
          <a:graphicData uri="http://schemas.openxmlformats.org/drawingml/2006/table">
            <a:tbl>
              <a:tblPr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226800"/>
              </a:tblGrid>
              <a:tr h="226800"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</a:tr>
              <a:tr h="226800"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</a:tr>
              <a:tr h="226800"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</a:tr>
              <a:tr h="226800"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</a:tr>
              <a:tr h="226800"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</a:tr>
              <a:tr h="226800"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</a:tr>
              <a:tr h="226800"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</a:tr>
              <a:tr h="226800"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</a:tr>
            </a:tbl>
          </a:graphicData>
        </a:graphic>
      </p:graphicFrame>
      <p:graphicFrame>
        <p:nvGraphicFramePr>
          <p:cNvPr id="31" name="表格 30"/>
          <p:cNvGraphicFramePr>
            <a:graphicFrameLocks noGrp="1"/>
          </p:cNvGraphicFramePr>
          <p:nvPr/>
        </p:nvGraphicFramePr>
        <p:xfrm>
          <a:off x="929399" y="2280724"/>
          <a:ext cx="1800000" cy="1800000"/>
        </p:xfrm>
        <a:graphic>
          <a:graphicData uri="http://schemas.openxmlformats.org/drawingml/2006/table">
            <a:tbl>
              <a:tblPr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225000"/>
                <a:gridCol w="225000"/>
                <a:gridCol w="225000"/>
                <a:gridCol w="225000"/>
                <a:gridCol w="225000"/>
                <a:gridCol w="225000"/>
                <a:gridCol w="225000"/>
                <a:gridCol w="225000"/>
              </a:tblGrid>
              <a:tr h="225000"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</a:tr>
              <a:tr h="225000"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</a:tr>
              <a:tr h="225000"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</a:tr>
              <a:tr h="225000"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</a:tr>
              <a:tr h="225000"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</a:tr>
              <a:tr h="225000"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</a:tr>
              <a:tr h="225000"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</a:tr>
              <a:tr h="225000"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</a:tr>
            </a:tbl>
          </a:graphicData>
        </a:graphic>
      </p:graphicFrame>
      <p:graphicFrame>
        <p:nvGraphicFramePr>
          <p:cNvPr id="32" name="表格 31"/>
          <p:cNvGraphicFramePr>
            <a:graphicFrameLocks noGrp="1"/>
          </p:cNvGraphicFramePr>
          <p:nvPr/>
        </p:nvGraphicFramePr>
        <p:xfrm>
          <a:off x="3804001" y="2273524"/>
          <a:ext cx="226800" cy="1814400"/>
        </p:xfrm>
        <a:graphic>
          <a:graphicData uri="http://schemas.openxmlformats.org/drawingml/2006/table">
            <a:tbl>
              <a:tblPr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226800"/>
              </a:tblGrid>
              <a:tr h="226800">
                <a:tc>
                  <a:txBody>
                    <a:bodyPr/>
                    <a:lstStyle/>
                    <a:p>
                      <a:endParaRPr lang="zh-CN" altLang="en-US" sz="100">
                        <a:noFill/>
                      </a:endParaRP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</a:tr>
              <a:tr h="226800">
                <a:tc>
                  <a:txBody>
                    <a:bodyPr/>
                    <a:lstStyle/>
                    <a:p>
                      <a:endParaRPr lang="zh-CN" altLang="en-US" sz="100" dirty="0">
                        <a:noFill/>
                      </a:endParaRP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</a:tr>
              <a:tr h="226800">
                <a:tc>
                  <a:txBody>
                    <a:bodyPr/>
                    <a:lstStyle/>
                    <a:p>
                      <a:endParaRPr lang="zh-CN" altLang="en-US" sz="100" dirty="0">
                        <a:noFill/>
                      </a:endParaRP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</a:tr>
              <a:tr h="226800">
                <a:tc>
                  <a:txBody>
                    <a:bodyPr/>
                    <a:lstStyle/>
                    <a:p>
                      <a:endParaRPr lang="zh-CN" altLang="en-US" sz="100">
                        <a:noFill/>
                      </a:endParaRP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</a:tr>
              <a:tr h="226800">
                <a:tc>
                  <a:txBody>
                    <a:bodyPr/>
                    <a:lstStyle/>
                    <a:p>
                      <a:endParaRPr lang="zh-CN" altLang="en-US" sz="100">
                        <a:noFill/>
                      </a:endParaRP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</a:tr>
              <a:tr h="226800">
                <a:tc>
                  <a:txBody>
                    <a:bodyPr/>
                    <a:lstStyle/>
                    <a:p>
                      <a:endParaRPr lang="zh-CN" altLang="en-US" sz="100">
                        <a:noFill/>
                      </a:endParaRP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</a:tr>
              <a:tr h="226800">
                <a:tc>
                  <a:txBody>
                    <a:bodyPr/>
                    <a:lstStyle/>
                    <a:p>
                      <a:endParaRPr lang="zh-CN" altLang="en-US" sz="100">
                        <a:noFill/>
                      </a:endParaRP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</a:tr>
              <a:tr h="226800">
                <a:tc>
                  <a:txBody>
                    <a:bodyPr/>
                    <a:lstStyle/>
                    <a:p>
                      <a:endParaRPr lang="zh-CN" altLang="en-US" sz="100" dirty="0">
                        <a:noFill/>
                      </a:endParaRP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</a:tr>
            </a:tbl>
          </a:graphicData>
        </a:graphic>
      </p:graphicFrame>
      <p:graphicFrame>
        <p:nvGraphicFramePr>
          <p:cNvPr id="33" name="表格 32"/>
          <p:cNvGraphicFramePr>
            <a:graphicFrameLocks noGrp="1"/>
          </p:cNvGraphicFramePr>
          <p:nvPr/>
        </p:nvGraphicFramePr>
        <p:xfrm>
          <a:off x="5105403" y="2273524"/>
          <a:ext cx="226800" cy="1814400"/>
        </p:xfrm>
        <a:graphic>
          <a:graphicData uri="http://schemas.openxmlformats.org/drawingml/2006/table">
            <a:tbl>
              <a:tblPr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226800"/>
              </a:tblGrid>
              <a:tr h="226800"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</a:tr>
              <a:tr h="226800"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</a:tr>
              <a:tr h="226800"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</a:tr>
              <a:tr h="226800"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</a:tr>
              <a:tr h="226800"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</a:tr>
              <a:tr h="226800"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</a:tr>
              <a:tr h="226800"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</a:tr>
              <a:tr h="226800"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</a:tr>
            </a:tbl>
          </a:graphicData>
        </a:graphic>
      </p:graphicFrame>
      <p:graphicFrame>
        <p:nvGraphicFramePr>
          <p:cNvPr id="34" name="表格 33"/>
          <p:cNvGraphicFramePr>
            <a:graphicFrameLocks noGrp="1"/>
          </p:cNvGraphicFramePr>
          <p:nvPr/>
        </p:nvGraphicFramePr>
        <p:xfrm>
          <a:off x="789374" y="2443656"/>
          <a:ext cx="1800000" cy="1800000"/>
        </p:xfrm>
        <a:graphic>
          <a:graphicData uri="http://schemas.openxmlformats.org/drawingml/2006/table">
            <a:tbl>
              <a:tblPr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225000"/>
                <a:gridCol w="225000"/>
                <a:gridCol w="225000"/>
                <a:gridCol w="225000"/>
                <a:gridCol w="225000"/>
                <a:gridCol w="225000"/>
                <a:gridCol w="225000"/>
                <a:gridCol w="225000"/>
              </a:tblGrid>
              <a:tr h="225000"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</a:tr>
              <a:tr h="225000"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</a:tr>
              <a:tr h="225000"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</a:tr>
              <a:tr h="225000"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</a:tr>
              <a:tr h="225000"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</a:tr>
              <a:tr h="225000"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</a:tr>
              <a:tr h="225000"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</a:tr>
              <a:tr h="225000"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</a:tr>
            </a:tbl>
          </a:graphicData>
        </a:graphic>
      </p:graphicFrame>
      <p:graphicFrame>
        <p:nvGraphicFramePr>
          <p:cNvPr id="35" name="表格 34"/>
          <p:cNvGraphicFramePr>
            <a:graphicFrameLocks noGrp="1"/>
          </p:cNvGraphicFramePr>
          <p:nvPr/>
        </p:nvGraphicFramePr>
        <p:xfrm>
          <a:off x="3663976" y="2436456"/>
          <a:ext cx="226800" cy="1814400"/>
        </p:xfrm>
        <a:graphic>
          <a:graphicData uri="http://schemas.openxmlformats.org/drawingml/2006/table">
            <a:tbl>
              <a:tblPr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226800"/>
              </a:tblGrid>
              <a:tr h="226800">
                <a:tc>
                  <a:txBody>
                    <a:bodyPr/>
                    <a:lstStyle/>
                    <a:p>
                      <a:endParaRPr lang="zh-CN" altLang="en-US" sz="100" dirty="0">
                        <a:noFill/>
                      </a:endParaRP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</a:tr>
              <a:tr h="226800">
                <a:tc>
                  <a:txBody>
                    <a:bodyPr/>
                    <a:lstStyle/>
                    <a:p>
                      <a:endParaRPr lang="zh-CN" altLang="en-US" sz="100" dirty="0">
                        <a:noFill/>
                      </a:endParaRP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</a:tr>
              <a:tr h="226800">
                <a:tc>
                  <a:txBody>
                    <a:bodyPr/>
                    <a:lstStyle/>
                    <a:p>
                      <a:endParaRPr lang="zh-CN" altLang="en-US" sz="100" dirty="0">
                        <a:noFill/>
                      </a:endParaRP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</a:tr>
              <a:tr h="226800">
                <a:tc>
                  <a:txBody>
                    <a:bodyPr/>
                    <a:lstStyle/>
                    <a:p>
                      <a:endParaRPr lang="zh-CN" altLang="en-US" sz="100" dirty="0">
                        <a:noFill/>
                      </a:endParaRP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</a:tr>
              <a:tr h="226800">
                <a:tc>
                  <a:txBody>
                    <a:bodyPr/>
                    <a:lstStyle/>
                    <a:p>
                      <a:endParaRPr lang="zh-CN" altLang="en-US" sz="100">
                        <a:noFill/>
                      </a:endParaRP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</a:tr>
              <a:tr h="226800">
                <a:tc>
                  <a:txBody>
                    <a:bodyPr/>
                    <a:lstStyle/>
                    <a:p>
                      <a:endParaRPr lang="zh-CN" altLang="en-US" sz="100">
                        <a:noFill/>
                      </a:endParaRP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</a:tr>
              <a:tr h="226800">
                <a:tc>
                  <a:txBody>
                    <a:bodyPr/>
                    <a:lstStyle/>
                    <a:p>
                      <a:endParaRPr lang="zh-CN" altLang="en-US" sz="100">
                        <a:noFill/>
                      </a:endParaRP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</a:tr>
              <a:tr h="226800">
                <a:tc>
                  <a:txBody>
                    <a:bodyPr/>
                    <a:lstStyle/>
                    <a:p>
                      <a:endParaRPr lang="zh-CN" altLang="en-US" sz="100" dirty="0">
                        <a:noFill/>
                      </a:endParaRP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</a:tr>
            </a:tbl>
          </a:graphicData>
        </a:graphic>
      </p:graphicFrame>
      <p:graphicFrame>
        <p:nvGraphicFramePr>
          <p:cNvPr id="36" name="表格 35"/>
          <p:cNvGraphicFramePr>
            <a:graphicFrameLocks noGrp="1"/>
          </p:cNvGraphicFramePr>
          <p:nvPr/>
        </p:nvGraphicFramePr>
        <p:xfrm>
          <a:off x="4965378" y="2436456"/>
          <a:ext cx="226800" cy="1814400"/>
        </p:xfrm>
        <a:graphic>
          <a:graphicData uri="http://schemas.openxmlformats.org/drawingml/2006/table">
            <a:tbl>
              <a:tblPr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226800"/>
              </a:tblGrid>
              <a:tr h="226800"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</a:tr>
              <a:tr h="226800"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</a:tr>
              <a:tr h="226800"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</a:tr>
              <a:tr h="226800"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</a:tr>
              <a:tr h="226800"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</a:tr>
              <a:tr h="226800"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</a:tr>
              <a:tr h="226800"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</a:tr>
              <a:tr h="226800"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</a:tr>
            </a:tbl>
          </a:graphicData>
        </a:graphic>
      </p:graphicFrame>
      <p:cxnSp>
        <p:nvCxnSpPr>
          <p:cNvPr id="37" name="直线箭头连接符 36"/>
          <p:cNvCxnSpPr/>
          <p:nvPr/>
        </p:nvCxnSpPr>
        <p:spPr>
          <a:xfrm>
            <a:off x="844550" y="1217295"/>
            <a:ext cx="0" cy="1211580"/>
          </a:xfrm>
          <a:prstGeom prst="straightConnector1">
            <a:avLst/>
          </a:prstGeom>
          <a:ln w="25400">
            <a:solidFill>
              <a:schemeClr val="tx1"/>
            </a:solidFill>
            <a:tailEnd type="stealth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直线箭头连接符 38"/>
          <p:cNvCxnSpPr/>
          <p:nvPr/>
        </p:nvCxnSpPr>
        <p:spPr>
          <a:xfrm>
            <a:off x="979170" y="1217295"/>
            <a:ext cx="0" cy="1056005"/>
          </a:xfrm>
          <a:prstGeom prst="straightConnector1">
            <a:avLst/>
          </a:prstGeom>
          <a:ln w="25400">
            <a:solidFill>
              <a:schemeClr val="tx1"/>
            </a:solidFill>
            <a:tailEnd type="stealth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直线箭头连接符 40"/>
          <p:cNvCxnSpPr/>
          <p:nvPr/>
        </p:nvCxnSpPr>
        <p:spPr>
          <a:xfrm>
            <a:off x="1113790" y="1217295"/>
            <a:ext cx="0" cy="893445"/>
          </a:xfrm>
          <a:prstGeom prst="straightConnector1">
            <a:avLst/>
          </a:prstGeom>
          <a:ln w="25400">
            <a:solidFill>
              <a:schemeClr val="tx1"/>
            </a:solidFill>
            <a:tailEnd type="stealth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直线箭头连接符 42"/>
          <p:cNvCxnSpPr/>
          <p:nvPr/>
        </p:nvCxnSpPr>
        <p:spPr>
          <a:xfrm>
            <a:off x="1248410" y="1217295"/>
            <a:ext cx="0" cy="730250"/>
          </a:xfrm>
          <a:prstGeom prst="straightConnector1">
            <a:avLst/>
          </a:prstGeom>
          <a:ln w="25400">
            <a:solidFill>
              <a:schemeClr val="tx1"/>
            </a:solidFill>
            <a:tailEnd type="stealth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直线箭头连接符 44"/>
          <p:cNvCxnSpPr/>
          <p:nvPr/>
        </p:nvCxnSpPr>
        <p:spPr>
          <a:xfrm>
            <a:off x="1383665" y="1217295"/>
            <a:ext cx="0" cy="554990"/>
          </a:xfrm>
          <a:prstGeom prst="straightConnector1">
            <a:avLst/>
          </a:prstGeom>
          <a:ln w="25400">
            <a:solidFill>
              <a:schemeClr val="tx1"/>
            </a:solidFill>
            <a:tailEnd type="stealth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直线箭头连接符 46"/>
          <p:cNvCxnSpPr/>
          <p:nvPr/>
        </p:nvCxnSpPr>
        <p:spPr>
          <a:xfrm>
            <a:off x="1518285" y="1217295"/>
            <a:ext cx="0" cy="404495"/>
          </a:xfrm>
          <a:prstGeom prst="straightConnector1">
            <a:avLst/>
          </a:prstGeom>
          <a:ln w="25400">
            <a:solidFill>
              <a:schemeClr val="tx1"/>
            </a:solidFill>
            <a:tailEnd type="stealth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直线箭头连接符 50"/>
          <p:cNvCxnSpPr/>
          <p:nvPr/>
        </p:nvCxnSpPr>
        <p:spPr>
          <a:xfrm>
            <a:off x="3720465" y="1215390"/>
            <a:ext cx="0" cy="1211580"/>
          </a:xfrm>
          <a:prstGeom prst="straightConnector1">
            <a:avLst/>
          </a:prstGeom>
          <a:ln w="25400">
            <a:solidFill>
              <a:schemeClr val="bg1">
                <a:lumMod val="65000"/>
              </a:schemeClr>
            </a:solidFill>
            <a:tailEnd type="stealth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直线箭头连接符 51"/>
          <p:cNvCxnSpPr/>
          <p:nvPr/>
        </p:nvCxnSpPr>
        <p:spPr>
          <a:xfrm>
            <a:off x="3855085" y="1215390"/>
            <a:ext cx="0" cy="1056005"/>
          </a:xfrm>
          <a:prstGeom prst="straightConnector1">
            <a:avLst/>
          </a:prstGeom>
          <a:ln w="25400">
            <a:solidFill>
              <a:schemeClr val="bg1">
                <a:lumMod val="65000"/>
              </a:schemeClr>
            </a:solidFill>
            <a:tailEnd type="stealth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直线箭头连接符 52"/>
          <p:cNvCxnSpPr/>
          <p:nvPr/>
        </p:nvCxnSpPr>
        <p:spPr>
          <a:xfrm>
            <a:off x="3990340" y="1215390"/>
            <a:ext cx="0" cy="893445"/>
          </a:xfrm>
          <a:prstGeom prst="straightConnector1">
            <a:avLst/>
          </a:prstGeom>
          <a:ln w="25400">
            <a:solidFill>
              <a:schemeClr val="bg1">
                <a:lumMod val="65000"/>
              </a:schemeClr>
            </a:solidFill>
            <a:tailEnd type="stealth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直线箭头连接符 53"/>
          <p:cNvCxnSpPr/>
          <p:nvPr/>
        </p:nvCxnSpPr>
        <p:spPr>
          <a:xfrm>
            <a:off x="4124960" y="1215390"/>
            <a:ext cx="0" cy="730250"/>
          </a:xfrm>
          <a:prstGeom prst="straightConnector1">
            <a:avLst/>
          </a:prstGeom>
          <a:ln w="25400">
            <a:solidFill>
              <a:schemeClr val="bg1">
                <a:lumMod val="65000"/>
              </a:schemeClr>
            </a:solidFill>
            <a:tailEnd type="stealth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直线箭头连接符 54"/>
          <p:cNvCxnSpPr/>
          <p:nvPr/>
        </p:nvCxnSpPr>
        <p:spPr>
          <a:xfrm>
            <a:off x="4259580" y="1215390"/>
            <a:ext cx="0" cy="554990"/>
          </a:xfrm>
          <a:prstGeom prst="straightConnector1">
            <a:avLst/>
          </a:prstGeom>
          <a:ln w="25400">
            <a:solidFill>
              <a:schemeClr val="bg1">
                <a:lumMod val="65000"/>
              </a:schemeClr>
            </a:solidFill>
            <a:tailEnd type="stealth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直线箭头连接符 55"/>
          <p:cNvCxnSpPr/>
          <p:nvPr/>
        </p:nvCxnSpPr>
        <p:spPr>
          <a:xfrm>
            <a:off x="4394200" y="1215390"/>
            <a:ext cx="0" cy="404495"/>
          </a:xfrm>
          <a:prstGeom prst="straightConnector1">
            <a:avLst/>
          </a:prstGeom>
          <a:ln w="25400">
            <a:solidFill>
              <a:schemeClr val="bg1">
                <a:lumMod val="65000"/>
              </a:schemeClr>
            </a:solidFill>
            <a:tailEnd type="stealth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直线箭头连接符 57"/>
          <p:cNvCxnSpPr/>
          <p:nvPr/>
        </p:nvCxnSpPr>
        <p:spPr>
          <a:xfrm>
            <a:off x="5021580" y="1214755"/>
            <a:ext cx="0" cy="1211580"/>
          </a:xfrm>
          <a:prstGeom prst="straightConnector1">
            <a:avLst/>
          </a:prstGeom>
          <a:ln w="25400">
            <a:solidFill>
              <a:schemeClr val="bg1">
                <a:lumMod val="65000"/>
              </a:schemeClr>
            </a:solidFill>
            <a:headEnd type="stealth" w="med" len="lg"/>
            <a:tailEnd type="non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直线箭头连接符 58"/>
          <p:cNvCxnSpPr/>
          <p:nvPr/>
        </p:nvCxnSpPr>
        <p:spPr>
          <a:xfrm>
            <a:off x="5156835" y="1214755"/>
            <a:ext cx="0" cy="1056005"/>
          </a:xfrm>
          <a:prstGeom prst="straightConnector1">
            <a:avLst/>
          </a:prstGeom>
          <a:ln w="25400">
            <a:solidFill>
              <a:schemeClr val="bg1">
                <a:lumMod val="65000"/>
              </a:schemeClr>
            </a:solidFill>
            <a:headEnd type="stealth" w="med" len="lg"/>
            <a:tailEnd type="non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直线箭头连接符 59"/>
          <p:cNvCxnSpPr/>
          <p:nvPr/>
        </p:nvCxnSpPr>
        <p:spPr>
          <a:xfrm>
            <a:off x="5291455" y="1214755"/>
            <a:ext cx="0" cy="893445"/>
          </a:xfrm>
          <a:prstGeom prst="straightConnector1">
            <a:avLst/>
          </a:prstGeom>
          <a:ln w="25400">
            <a:solidFill>
              <a:schemeClr val="bg1">
                <a:lumMod val="65000"/>
              </a:schemeClr>
            </a:solidFill>
            <a:headEnd type="stealth" w="med" len="lg"/>
            <a:tailEnd type="non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直线箭头连接符 60"/>
          <p:cNvCxnSpPr/>
          <p:nvPr/>
        </p:nvCxnSpPr>
        <p:spPr>
          <a:xfrm>
            <a:off x="5426075" y="1214755"/>
            <a:ext cx="0" cy="730250"/>
          </a:xfrm>
          <a:prstGeom prst="straightConnector1">
            <a:avLst/>
          </a:prstGeom>
          <a:ln w="25400">
            <a:solidFill>
              <a:schemeClr val="bg1">
                <a:lumMod val="65000"/>
              </a:schemeClr>
            </a:solidFill>
            <a:headEnd type="stealth" w="med" len="lg"/>
            <a:tailEnd type="non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直线箭头连接符 61"/>
          <p:cNvCxnSpPr/>
          <p:nvPr/>
        </p:nvCxnSpPr>
        <p:spPr>
          <a:xfrm>
            <a:off x="5560695" y="1214755"/>
            <a:ext cx="0" cy="554990"/>
          </a:xfrm>
          <a:prstGeom prst="straightConnector1">
            <a:avLst/>
          </a:prstGeom>
          <a:ln w="25400">
            <a:solidFill>
              <a:schemeClr val="bg1">
                <a:lumMod val="65000"/>
              </a:schemeClr>
            </a:solidFill>
            <a:headEnd type="stealth" w="med" len="lg"/>
            <a:tailEnd type="non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直线箭头连接符 62"/>
          <p:cNvCxnSpPr/>
          <p:nvPr/>
        </p:nvCxnSpPr>
        <p:spPr>
          <a:xfrm>
            <a:off x="5695950" y="1214755"/>
            <a:ext cx="0" cy="404495"/>
          </a:xfrm>
          <a:prstGeom prst="straightConnector1">
            <a:avLst/>
          </a:prstGeom>
          <a:ln w="25400">
            <a:solidFill>
              <a:schemeClr val="bg1">
                <a:lumMod val="65000"/>
              </a:schemeClr>
            </a:solidFill>
            <a:headEnd type="stealth" w="med" len="lg"/>
            <a:tailEnd type="non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6" name="文本框 65"/>
          <p:cNvSpPr txBox="1"/>
          <p:nvPr/>
        </p:nvSpPr>
        <p:spPr>
          <a:xfrm>
            <a:off x="1537953" y="4277693"/>
            <a:ext cx="350309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1" lang="en-US" altLang="zh-CN" sz="2400" dirty="0">
                <a:latin typeface="Cambria Math" panose="020405030504060302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On-chip computation</a:t>
            </a:r>
            <a:endParaRPr kumimoji="1" lang="zh-CN" altLang="en-US" sz="2400" dirty="0">
              <a:latin typeface="Cambria Math" panose="020405030504060302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69" name="表格 68"/>
          <p:cNvGraphicFramePr>
            <a:graphicFrameLocks noGrp="1"/>
          </p:cNvGraphicFramePr>
          <p:nvPr/>
        </p:nvGraphicFramePr>
        <p:xfrm>
          <a:off x="7143060" y="1629000"/>
          <a:ext cx="1800000" cy="1800000"/>
        </p:xfrm>
        <a:graphic>
          <a:graphicData uri="http://schemas.openxmlformats.org/drawingml/2006/table">
            <a:tbl>
              <a:tblPr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225000"/>
                <a:gridCol w="225000"/>
                <a:gridCol w="225000"/>
                <a:gridCol w="225000"/>
                <a:gridCol w="225000"/>
                <a:gridCol w="225000"/>
                <a:gridCol w="225000"/>
                <a:gridCol w="225000"/>
              </a:tblGrid>
              <a:tr h="225000"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</a:tr>
              <a:tr h="225000"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</a:tr>
              <a:tr h="225000"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</a:tr>
              <a:tr h="225000"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</a:tr>
              <a:tr h="225000"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</a:tr>
              <a:tr h="225000"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</a:tr>
              <a:tr h="225000"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</a:tr>
              <a:tr h="225000"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</a:tr>
            </a:tbl>
          </a:graphicData>
        </a:graphic>
      </p:graphicFrame>
      <p:sp>
        <p:nvSpPr>
          <p:cNvPr id="70" name="矩形 69"/>
          <p:cNvSpPr/>
          <p:nvPr/>
        </p:nvSpPr>
        <p:spPr>
          <a:xfrm>
            <a:off x="6358793" y="846249"/>
            <a:ext cx="5280540" cy="376686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2400" dirty="0">
                <a:solidFill>
                  <a:schemeClr val="tx1"/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Global Memory</a:t>
            </a:r>
            <a:endParaRPr kumimoji="1" lang="zh-CN" altLang="en-US" sz="2400" dirty="0">
              <a:solidFill>
                <a:schemeClr val="tx1"/>
              </a:solidFill>
              <a:latin typeface="Cambria Math" panose="020405030504060302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71" name="表格 70"/>
          <p:cNvGraphicFramePr>
            <a:graphicFrameLocks noGrp="1"/>
          </p:cNvGraphicFramePr>
          <p:nvPr/>
        </p:nvGraphicFramePr>
        <p:xfrm>
          <a:off x="10017662" y="1621800"/>
          <a:ext cx="226800" cy="1814400"/>
        </p:xfrm>
        <a:graphic>
          <a:graphicData uri="http://schemas.openxmlformats.org/drawingml/2006/table">
            <a:tbl>
              <a:tblPr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226800"/>
              </a:tblGrid>
              <a:tr h="226800">
                <a:tc>
                  <a:txBody>
                    <a:bodyPr/>
                    <a:lstStyle/>
                    <a:p>
                      <a:endParaRPr lang="zh-CN" altLang="en-US" sz="100">
                        <a:noFill/>
                      </a:endParaRP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</a:tr>
              <a:tr h="226800">
                <a:tc>
                  <a:txBody>
                    <a:bodyPr/>
                    <a:lstStyle/>
                    <a:p>
                      <a:endParaRPr lang="zh-CN" altLang="en-US" sz="100" dirty="0">
                        <a:noFill/>
                      </a:endParaRP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</a:tr>
              <a:tr h="226800">
                <a:tc>
                  <a:txBody>
                    <a:bodyPr/>
                    <a:lstStyle/>
                    <a:p>
                      <a:endParaRPr lang="zh-CN" altLang="en-US" sz="100" dirty="0">
                        <a:noFill/>
                      </a:endParaRP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</a:tr>
              <a:tr h="226800">
                <a:tc>
                  <a:txBody>
                    <a:bodyPr/>
                    <a:lstStyle/>
                    <a:p>
                      <a:endParaRPr lang="zh-CN" altLang="en-US" sz="100">
                        <a:noFill/>
                      </a:endParaRP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</a:tr>
              <a:tr h="226800">
                <a:tc>
                  <a:txBody>
                    <a:bodyPr/>
                    <a:lstStyle/>
                    <a:p>
                      <a:endParaRPr lang="zh-CN" altLang="en-US" sz="100">
                        <a:noFill/>
                      </a:endParaRP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</a:tr>
              <a:tr h="226800">
                <a:tc>
                  <a:txBody>
                    <a:bodyPr/>
                    <a:lstStyle/>
                    <a:p>
                      <a:endParaRPr lang="zh-CN" altLang="en-US" sz="100">
                        <a:noFill/>
                      </a:endParaRP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</a:tr>
              <a:tr h="226800">
                <a:tc>
                  <a:txBody>
                    <a:bodyPr/>
                    <a:lstStyle/>
                    <a:p>
                      <a:endParaRPr lang="zh-CN" altLang="en-US" sz="100">
                        <a:noFill/>
                      </a:endParaRP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</a:tr>
              <a:tr h="226800">
                <a:tc>
                  <a:txBody>
                    <a:bodyPr/>
                    <a:lstStyle/>
                    <a:p>
                      <a:endParaRPr lang="zh-CN" altLang="en-US" sz="100" dirty="0">
                        <a:noFill/>
                      </a:endParaRP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</a:tr>
            </a:tbl>
          </a:graphicData>
        </a:graphic>
      </p:graphicFrame>
      <p:graphicFrame>
        <p:nvGraphicFramePr>
          <p:cNvPr id="72" name="表格 71"/>
          <p:cNvGraphicFramePr>
            <a:graphicFrameLocks noGrp="1"/>
          </p:cNvGraphicFramePr>
          <p:nvPr/>
        </p:nvGraphicFramePr>
        <p:xfrm>
          <a:off x="11319064" y="1621800"/>
          <a:ext cx="226800" cy="1814400"/>
        </p:xfrm>
        <a:graphic>
          <a:graphicData uri="http://schemas.openxmlformats.org/drawingml/2006/table">
            <a:tbl>
              <a:tblPr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226800"/>
              </a:tblGrid>
              <a:tr h="226800"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</a:tr>
              <a:tr h="226800"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</a:tr>
              <a:tr h="226800"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</a:tr>
              <a:tr h="226800"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</a:tr>
              <a:tr h="226800"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</a:tr>
              <a:tr h="226800"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</a:tr>
              <a:tr h="226800"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</a:tr>
              <a:tr h="226800"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</a:tr>
            </a:tbl>
          </a:graphicData>
        </a:graphic>
      </p:graphicFrame>
      <p:graphicFrame>
        <p:nvGraphicFramePr>
          <p:cNvPr id="73" name="表格 72"/>
          <p:cNvGraphicFramePr>
            <a:graphicFrameLocks noGrp="1"/>
          </p:cNvGraphicFramePr>
          <p:nvPr/>
        </p:nvGraphicFramePr>
        <p:xfrm>
          <a:off x="7003033" y="1791931"/>
          <a:ext cx="1800000" cy="1800000"/>
        </p:xfrm>
        <a:graphic>
          <a:graphicData uri="http://schemas.openxmlformats.org/drawingml/2006/table">
            <a:tbl>
              <a:tblPr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225000"/>
                <a:gridCol w="225000"/>
                <a:gridCol w="225000"/>
                <a:gridCol w="225000"/>
                <a:gridCol w="225000"/>
                <a:gridCol w="225000"/>
                <a:gridCol w="225000"/>
                <a:gridCol w="225000"/>
              </a:tblGrid>
              <a:tr h="225000"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</a:tr>
              <a:tr h="225000"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</a:tr>
              <a:tr h="225000"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</a:tr>
              <a:tr h="225000"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</a:tr>
              <a:tr h="225000"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</a:tr>
              <a:tr h="225000"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</a:tr>
              <a:tr h="225000"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</a:tr>
              <a:tr h="225000"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</a:tr>
            </a:tbl>
          </a:graphicData>
        </a:graphic>
      </p:graphicFrame>
      <p:graphicFrame>
        <p:nvGraphicFramePr>
          <p:cNvPr id="74" name="表格 73"/>
          <p:cNvGraphicFramePr>
            <a:graphicFrameLocks noGrp="1"/>
          </p:cNvGraphicFramePr>
          <p:nvPr/>
        </p:nvGraphicFramePr>
        <p:xfrm>
          <a:off x="9877635" y="1784731"/>
          <a:ext cx="226800" cy="1814400"/>
        </p:xfrm>
        <a:graphic>
          <a:graphicData uri="http://schemas.openxmlformats.org/drawingml/2006/table">
            <a:tbl>
              <a:tblPr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226800"/>
              </a:tblGrid>
              <a:tr h="226800">
                <a:tc>
                  <a:txBody>
                    <a:bodyPr/>
                    <a:lstStyle/>
                    <a:p>
                      <a:endParaRPr lang="zh-CN" altLang="en-US" sz="100">
                        <a:noFill/>
                      </a:endParaRP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</a:tr>
              <a:tr h="226800">
                <a:tc>
                  <a:txBody>
                    <a:bodyPr/>
                    <a:lstStyle/>
                    <a:p>
                      <a:endParaRPr lang="zh-CN" altLang="en-US" sz="100" dirty="0">
                        <a:noFill/>
                      </a:endParaRP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</a:tr>
              <a:tr h="226800">
                <a:tc>
                  <a:txBody>
                    <a:bodyPr/>
                    <a:lstStyle/>
                    <a:p>
                      <a:endParaRPr lang="zh-CN" altLang="en-US" sz="100" dirty="0">
                        <a:noFill/>
                      </a:endParaRP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</a:tr>
              <a:tr h="226800">
                <a:tc>
                  <a:txBody>
                    <a:bodyPr/>
                    <a:lstStyle/>
                    <a:p>
                      <a:endParaRPr lang="zh-CN" altLang="en-US" sz="100">
                        <a:noFill/>
                      </a:endParaRP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</a:tr>
              <a:tr h="226800">
                <a:tc>
                  <a:txBody>
                    <a:bodyPr/>
                    <a:lstStyle/>
                    <a:p>
                      <a:endParaRPr lang="zh-CN" altLang="en-US" sz="100">
                        <a:noFill/>
                      </a:endParaRP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</a:tr>
              <a:tr h="226800">
                <a:tc>
                  <a:txBody>
                    <a:bodyPr/>
                    <a:lstStyle/>
                    <a:p>
                      <a:endParaRPr lang="zh-CN" altLang="en-US" sz="100">
                        <a:noFill/>
                      </a:endParaRP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</a:tr>
              <a:tr h="226800">
                <a:tc>
                  <a:txBody>
                    <a:bodyPr/>
                    <a:lstStyle/>
                    <a:p>
                      <a:endParaRPr lang="zh-CN" altLang="en-US" sz="100">
                        <a:noFill/>
                      </a:endParaRP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</a:tr>
              <a:tr h="226800">
                <a:tc>
                  <a:txBody>
                    <a:bodyPr/>
                    <a:lstStyle/>
                    <a:p>
                      <a:endParaRPr lang="zh-CN" altLang="en-US" sz="100" dirty="0">
                        <a:noFill/>
                      </a:endParaRP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</a:tr>
            </a:tbl>
          </a:graphicData>
        </a:graphic>
      </p:graphicFrame>
      <p:graphicFrame>
        <p:nvGraphicFramePr>
          <p:cNvPr id="75" name="表格 74"/>
          <p:cNvGraphicFramePr>
            <a:graphicFrameLocks noGrp="1"/>
          </p:cNvGraphicFramePr>
          <p:nvPr/>
        </p:nvGraphicFramePr>
        <p:xfrm>
          <a:off x="11179037" y="1784731"/>
          <a:ext cx="226800" cy="1814400"/>
        </p:xfrm>
        <a:graphic>
          <a:graphicData uri="http://schemas.openxmlformats.org/drawingml/2006/table">
            <a:tbl>
              <a:tblPr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226800"/>
              </a:tblGrid>
              <a:tr h="226800"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</a:tr>
              <a:tr h="226800"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</a:tr>
              <a:tr h="226800"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</a:tr>
              <a:tr h="226800"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</a:tr>
              <a:tr h="226800"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</a:tr>
              <a:tr h="226800"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</a:tr>
              <a:tr h="226800"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</a:tr>
              <a:tr h="226800"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</a:tr>
            </a:tbl>
          </a:graphicData>
        </a:graphic>
      </p:graphicFrame>
      <p:graphicFrame>
        <p:nvGraphicFramePr>
          <p:cNvPr id="76" name="表格 75"/>
          <p:cNvGraphicFramePr>
            <a:graphicFrameLocks noGrp="1"/>
          </p:cNvGraphicFramePr>
          <p:nvPr/>
        </p:nvGraphicFramePr>
        <p:xfrm>
          <a:off x="6863008" y="1954862"/>
          <a:ext cx="1800000" cy="1800000"/>
        </p:xfrm>
        <a:graphic>
          <a:graphicData uri="http://schemas.openxmlformats.org/drawingml/2006/table">
            <a:tbl>
              <a:tblPr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225000"/>
                <a:gridCol w="225000"/>
                <a:gridCol w="225000"/>
                <a:gridCol w="225000"/>
                <a:gridCol w="225000"/>
                <a:gridCol w="225000"/>
                <a:gridCol w="225000"/>
                <a:gridCol w="225000"/>
              </a:tblGrid>
              <a:tr h="225000"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</a:tr>
              <a:tr h="225000"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</a:tr>
              <a:tr h="225000"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</a:tr>
              <a:tr h="225000"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</a:tr>
              <a:tr h="225000"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</a:tr>
              <a:tr h="225000"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</a:tr>
              <a:tr h="225000"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</a:tr>
              <a:tr h="225000"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</a:tr>
            </a:tbl>
          </a:graphicData>
        </a:graphic>
      </p:graphicFrame>
      <p:graphicFrame>
        <p:nvGraphicFramePr>
          <p:cNvPr id="77" name="表格 76"/>
          <p:cNvGraphicFramePr>
            <a:graphicFrameLocks noGrp="1"/>
          </p:cNvGraphicFramePr>
          <p:nvPr/>
        </p:nvGraphicFramePr>
        <p:xfrm>
          <a:off x="9737610" y="1947662"/>
          <a:ext cx="226800" cy="1814400"/>
        </p:xfrm>
        <a:graphic>
          <a:graphicData uri="http://schemas.openxmlformats.org/drawingml/2006/table">
            <a:tbl>
              <a:tblPr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226800"/>
              </a:tblGrid>
              <a:tr h="226800">
                <a:tc>
                  <a:txBody>
                    <a:bodyPr/>
                    <a:lstStyle/>
                    <a:p>
                      <a:endParaRPr lang="zh-CN" altLang="en-US" sz="100">
                        <a:noFill/>
                      </a:endParaRP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</a:tr>
              <a:tr h="226800">
                <a:tc>
                  <a:txBody>
                    <a:bodyPr/>
                    <a:lstStyle/>
                    <a:p>
                      <a:endParaRPr lang="zh-CN" altLang="en-US" sz="100" dirty="0">
                        <a:noFill/>
                      </a:endParaRP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</a:tr>
              <a:tr h="226800">
                <a:tc>
                  <a:txBody>
                    <a:bodyPr/>
                    <a:lstStyle/>
                    <a:p>
                      <a:endParaRPr lang="zh-CN" altLang="en-US" sz="100" dirty="0">
                        <a:noFill/>
                      </a:endParaRP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</a:tr>
              <a:tr h="226800">
                <a:tc>
                  <a:txBody>
                    <a:bodyPr/>
                    <a:lstStyle/>
                    <a:p>
                      <a:endParaRPr lang="zh-CN" altLang="en-US" sz="100">
                        <a:noFill/>
                      </a:endParaRP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</a:tr>
              <a:tr h="226800">
                <a:tc>
                  <a:txBody>
                    <a:bodyPr/>
                    <a:lstStyle/>
                    <a:p>
                      <a:endParaRPr lang="zh-CN" altLang="en-US" sz="100">
                        <a:noFill/>
                      </a:endParaRP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</a:tr>
              <a:tr h="226800">
                <a:tc>
                  <a:txBody>
                    <a:bodyPr/>
                    <a:lstStyle/>
                    <a:p>
                      <a:endParaRPr lang="zh-CN" altLang="en-US" sz="100">
                        <a:noFill/>
                      </a:endParaRP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</a:tr>
              <a:tr h="226800">
                <a:tc>
                  <a:txBody>
                    <a:bodyPr/>
                    <a:lstStyle/>
                    <a:p>
                      <a:endParaRPr lang="zh-CN" altLang="en-US" sz="100">
                        <a:noFill/>
                      </a:endParaRP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</a:tr>
              <a:tr h="226800">
                <a:tc>
                  <a:txBody>
                    <a:bodyPr/>
                    <a:lstStyle/>
                    <a:p>
                      <a:endParaRPr lang="zh-CN" altLang="en-US" sz="100" dirty="0">
                        <a:noFill/>
                      </a:endParaRP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</a:tr>
            </a:tbl>
          </a:graphicData>
        </a:graphic>
      </p:graphicFrame>
      <p:graphicFrame>
        <p:nvGraphicFramePr>
          <p:cNvPr id="78" name="表格 77"/>
          <p:cNvGraphicFramePr>
            <a:graphicFrameLocks noGrp="1"/>
          </p:cNvGraphicFramePr>
          <p:nvPr/>
        </p:nvGraphicFramePr>
        <p:xfrm>
          <a:off x="11039012" y="1947662"/>
          <a:ext cx="226800" cy="1814400"/>
        </p:xfrm>
        <a:graphic>
          <a:graphicData uri="http://schemas.openxmlformats.org/drawingml/2006/table">
            <a:tbl>
              <a:tblPr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226800"/>
              </a:tblGrid>
              <a:tr h="226800"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</a:tr>
              <a:tr h="226800"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</a:tr>
              <a:tr h="226800"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</a:tr>
              <a:tr h="226800"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</a:tr>
              <a:tr h="226800"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</a:tr>
              <a:tr h="226800"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</a:tr>
              <a:tr h="226800"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</a:tr>
              <a:tr h="226800"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</a:tr>
            </a:tbl>
          </a:graphicData>
        </a:graphic>
      </p:graphicFrame>
      <p:graphicFrame>
        <p:nvGraphicFramePr>
          <p:cNvPr id="79" name="表格 78"/>
          <p:cNvGraphicFramePr>
            <a:graphicFrameLocks noGrp="1"/>
          </p:cNvGraphicFramePr>
          <p:nvPr/>
        </p:nvGraphicFramePr>
        <p:xfrm>
          <a:off x="6722983" y="2117793"/>
          <a:ext cx="1800000" cy="1800000"/>
        </p:xfrm>
        <a:graphic>
          <a:graphicData uri="http://schemas.openxmlformats.org/drawingml/2006/table">
            <a:tbl>
              <a:tblPr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225000"/>
                <a:gridCol w="225000"/>
                <a:gridCol w="225000"/>
                <a:gridCol w="225000"/>
                <a:gridCol w="225000"/>
                <a:gridCol w="225000"/>
                <a:gridCol w="225000"/>
                <a:gridCol w="225000"/>
              </a:tblGrid>
              <a:tr h="225000"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</a:tr>
              <a:tr h="225000"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</a:tr>
              <a:tr h="225000"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</a:tr>
              <a:tr h="225000"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</a:tr>
              <a:tr h="225000"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</a:tr>
              <a:tr h="225000"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</a:tr>
              <a:tr h="225000"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</a:tr>
              <a:tr h="225000"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</a:tr>
            </a:tbl>
          </a:graphicData>
        </a:graphic>
      </p:graphicFrame>
      <p:graphicFrame>
        <p:nvGraphicFramePr>
          <p:cNvPr id="80" name="表格 79"/>
          <p:cNvGraphicFramePr>
            <a:graphicFrameLocks noGrp="1"/>
          </p:cNvGraphicFramePr>
          <p:nvPr/>
        </p:nvGraphicFramePr>
        <p:xfrm>
          <a:off x="9597585" y="2110593"/>
          <a:ext cx="226800" cy="1814400"/>
        </p:xfrm>
        <a:graphic>
          <a:graphicData uri="http://schemas.openxmlformats.org/drawingml/2006/table">
            <a:tbl>
              <a:tblPr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226800"/>
              </a:tblGrid>
              <a:tr h="226800">
                <a:tc>
                  <a:txBody>
                    <a:bodyPr/>
                    <a:lstStyle/>
                    <a:p>
                      <a:endParaRPr lang="zh-CN" altLang="en-US" sz="100">
                        <a:noFill/>
                      </a:endParaRP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</a:tr>
              <a:tr h="226800">
                <a:tc>
                  <a:txBody>
                    <a:bodyPr/>
                    <a:lstStyle/>
                    <a:p>
                      <a:endParaRPr lang="zh-CN" altLang="en-US" sz="100" dirty="0">
                        <a:noFill/>
                      </a:endParaRP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</a:tr>
              <a:tr h="226800">
                <a:tc>
                  <a:txBody>
                    <a:bodyPr/>
                    <a:lstStyle/>
                    <a:p>
                      <a:endParaRPr lang="zh-CN" altLang="en-US" sz="100" dirty="0">
                        <a:noFill/>
                      </a:endParaRP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</a:tr>
              <a:tr h="226800">
                <a:tc>
                  <a:txBody>
                    <a:bodyPr/>
                    <a:lstStyle/>
                    <a:p>
                      <a:endParaRPr lang="zh-CN" altLang="en-US" sz="100">
                        <a:noFill/>
                      </a:endParaRP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</a:tr>
              <a:tr h="226800">
                <a:tc>
                  <a:txBody>
                    <a:bodyPr/>
                    <a:lstStyle/>
                    <a:p>
                      <a:endParaRPr lang="zh-CN" altLang="en-US" sz="100">
                        <a:noFill/>
                      </a:endParaRP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</a:tr>
              <a:tr h="226800">
                <a:tc>
                  <a:txBody>
                    <a:bodyPr/>
                    <a:lstStyle/>
                    <a:p>
                      <a:endParaRPr lang="zh-CN" altLang="en-US" sz="100">
                        <a:noFill/>
                      </a:endParaRP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</a:tr>
              <a:tr h="226800">
                <a:tc>
                  <a:txBody>
                    <a:bodyPr/>
                    <a:lstStyle/>
                    <a:p>
                      <a:endParaRPr lang="zh-CN" altLang="en-US" sz="100">
                        <a:noFill/>
                      </a:endParaRP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</a:tr>
              <a:tr h="226800">
                <a:tc>
                  <a:txBody>
                    <a:bodyPr/>
                    <a:lstStyle/>
                    <a:p>
                      <a:endParaRPr lang="zh-CN" altLang="en-US" sz="100" dirty="0">
                        <a:noFill/>
                      </a:endParaRP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</a:tr>
            </a:tbl>
          </a:graphicData>
        </a:graphic>
      </p:graphicFrame>
      <p:graphicFrame>
        <p:nvGraphicFramePr>
          <p:cNvPr id="81" name="表格 80"/>
          <p:cNvGraphicFramePr>
            <a:graphicFrameLocks noGrp="1"/>
          </p:cNvGraphicFramePr>
          <p:nvPr/>
        </p:nvGraphicFramePr>
        <p:xfrm>
          <a:off x="10898987" y="2110593"/>
          <a:ext cx="226800" cy="1814400"/>
        </p:xfrm>
        <a:graphic>
          <a:graphicData uri="http://schemas.openxmlformats.org/drawingml/2006/table">
            <a:tbl>
              <a:tblPr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226800"/>
              </a:tblGrid>
              <a:tr h="226800"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</a:tr>
              <a:tr h="226800"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</a:tr>
              <a:tr h="226800"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</a:tr>
              <a:tr h="226800"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</a:tr>
              <a:tr h="226800"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</a:tr>
              <a:tr h="226800"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</a:tr>
              <a:tr h="226800"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</a:tr>
              <a:tr h="226800"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</a:tr>
            </a:tbl>
          </a:graphicData>
        </a:graphic>
      </p:graphicFrame>
      <p:graphicFrame>
        <p:nvGraphicFramePr>
          <p:cNvPr id="82" name="表格 81"/>
          <p:cNvGraphicFramePr>
            <a:graphicFrameLocks noGrp="1"/>
          </p:cNvGraphicFramePr>
          <p:nvPr/>
        </p:nvGraphicFramePr>
        <p:xfrm>
          <a:off x="6582958" y="2280724"/>
          <a:ext cx="1800000" cy="1800000"/>
        </p:xfrm>
        <a:graphic>
          <a:graphicData uri="http://schemas.openxmlformats.org/drawingml/2006/table">
            <a:tbl>
              <a:tblPr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225000"/>
                <a:gridCol w="225000"/>
                <a:gridCol w="225000"/>
                <a:gridCol w="225000"/>
                <a:gridCol w="225000"/>
                <a:gridCol w="225000"/>
                <a:gridCol w="225000"/>
                <a:gridCol w="225000"/>
              </a:tblGrid>
              <a:tr h="225000"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</a:tr>
              <a:tr h="225000"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</a:tr>
              <a:tr h="225000"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</a:tr>
              <a:tr h="225000"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</a:tr>
              <a:tr h="225000"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</a:tr>
              <a:tr h="225000"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</a:tr>
              <a:tr h="225000"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</a:tr>
              <a:tr h="225000"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</a:tr>
            </a:tbl>
          </a:graphicData>
        </a:graphic>
      </p:graphicFrame>
      <p:graphicFrame>
        <p:nvGraphicFramePr>
          <p:cNvPr id="83" name="表格 82"/>
          <p:cNvGraphicFramePr>
            <a:graphicFrameLocks noGrp="1"/>
          </p:cNvGraphicFramePr>
          <p:nvPr/>
        </p:nvGraphicFramePr>
        <p:xfrm>
          <a:off x="9457560" y="2273524"/>
          <a:ext cx="226800" cy="1814400"/>
        </p:xfrm>
        <a:graphic>
          <a:graphicData uri="http://schemas.openxmlformats.org/drawingml/2006/table">
            <a:tbl>
              <a:tblPr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226800"/>
              </a:tblGrid>
              <a:tr h="226800">
                <a:tc>
                  <a:txBody>
                    <a:bodyPr/>
                    <a:lstStyle/>
                    <a:p>
                      <a:endParaRPr lang="zh-CN" altLang="en-US" sz="100">
                        <a:noFill/>
                      </a:endParaRP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</a:tr>
              <a:tr h="226800">
                <a:tc>
                  <a:txBody>
                    <a:bodyPr/>
                    <a:lstStyle/>
                    <a:p>
                      <a:endParaRPr lang="zh-CN" altLang="en-US" sz="100" dirty="0">
                        <a:noFill/>
                      </a:endParaRP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</a:tr>
              <a:tr h="226800">
                <a:tc>
                  <a:txBody>
                    <a:bodyPr/>
                    <a:lstStyle/>
                    <a:p>
                      <a:endParaRPr lang="zh-CN" altLang="en-US" sz="100" dirty="0">
                        <a:noFill/>
                      </a:endParaRP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</a:tr>
              <a:tr h="226800">
                <a:tc>
                  <a:txBody>
                    <a:bodyPr/>
                    <a:lstStyle/>
                    <a:p>
                      <a:endParaRPr lang="zh-CN" altLang="en-US" sz="100">
                        <a:noFill/>
                      </a:endParaRP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</a:tr>
              <a:tr h="226800">
                <a:tc>
                  <a:txBody>
                    <a:bodyPr/>
                    <a:lstStyle/>
                    <a:p>
                      <a:endParaRPr lang="zh-CN" altLang="en-US" sz="100">
                        <a:noFill/>
                      </a:endParaRP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</a:tr>
              <a:tr h="226800">
                <a:tc>
                  <a:txBody>
                    <a:bodyPr/>
                    <a:lstStyle/>
                    <a:p>
                      <a:endParaRPr lang="zh-CN" altLang="en-US" sz="100">
                        <a:noFill/>
                      </a:endParaRP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</a:tr>
              <a:tr h="226800">
                <a:tc>
                  <a:txBody>
                    <a:bodyPr/>
                    <a:lstStyle/>
                    <a:p>
                      <a:endParaRPr lang="zh-CN" altLang="en-US" sz="100">
                        <a:noFill/>
                      </a:endParaRP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</a:tr>
              <a:tr h="226800">
                <a:tc>
                  <a:txBody>
                    <a:bodyPr/>
                    <a:lstStyle/>
                    <a:p>
                      <a:endParaRPr lang="zh-CN" altLang="en-US" sz="100" dirty="0">
                        <a:noFill/>
                      </a:endParaRP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</a:tr>
            </a:tbl>
          </a:graphicData>
        </a:graphic>
      </p:graphicFrame>
      <p:graphicFrame>
        <p:nvGraphicFramePr>
          <p:cNvPr id="84" name="表格 83"/>
          <p:cNvGraphicFramePr>
            <a:graphicFrameLocks noGrp="1"/>
          </p:cNvGraphicFramePr>
          <p:nvPr/>
        </p:nvGraphicFramePr>
        <p:xfrm>
          <a:off x="10758962" y="2273524"/>
          <a:ext cx="226800" cy="1814400"/>
        </p:xfrm>
        <a:graphic>
          <a:graphicData uri="http://schemas.openxmlformats.org/drawingml/2006/table">
            <a:tbl>
              <a:tblPr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226800"/>
              </a:tblGrid>
              <a:tr h="226800"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</a:tr>
              <a:tr h="226800"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</a:tr>
              <a:tr h="226800"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</a:tr>
              <a:tr h="226800"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</a:tr>
              <a:tr h="226800"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</a:tr>
              <a:tr h="226800"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</a:tr>
              <a:tr h="226800"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</a:tr>
              <a:tr h="226800"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</a:tr>
            </a:tbl>
          </a:graphicData>
        </a:graphic>
      </p:graphicFrame>
      <p:graphicFrame>
        <p:nvGraphicFramePr>
          <p:cNvPr id="85" name="表格 84"/>
          <p:cNvGraphicFramePr>
            <a:graphicFrameLocks noGrp="1"/>
          </p:cNvGraphicFramePr>
          <p:nvPr/>
        </p:nvGraphicFramePr>
        <p:xfrm>
          <a:off x="6442933" y="2443656"/>
          <a:ext cx="1800000" cy="1800000"/>
        </p:xfrm>
        <a:graphic>
          <a:graphicData uri="http://schemas.openxmlformats.org/drawingml/2006/table">
            <a:tbl>
              <a:tblPr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225000"/>
                <a:gridCol w="225000"/>
                <a:gridCol w="225000"/>
                <a:gridCol w="225000"/>
                <a:gridCol w="225000"/>
                <a:gridCol w="225000"/>
                <a:gridCol w="225000"/>
                <a:gridCol w="225000"/>
              </a:tblGrid>
              <a:tr h="225000"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</a:tr>
              <a:tr h="225000"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</a:tr>
              <a:tr h="225000"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</a:tr>
              <a:tr h="225000"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</a:tr>
              <a:tr h="225000"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</a:tr>
              <a:tr h="225000"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</a:tr>
              <a:tr h="225000"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</a:tr>
              <a:tr h="225000"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</a:tr>
            </a:tbl>
          </a:graphicData>
        </a:graphic>
      </p:graphicFrame>
      <p:graphicFrame>
        <p:nvGraphicFramePr>
          <p:cNvPr id="86" name="表格 85"/>
          <p:cNvGraphicFramePr>
            <a:graphicFrameLocks noGrp="1"/>
          </p:cNvGraphicFramePr>
          <p:nvPr/>
        </p:nvGraphicFramePr>
        <p:xfrm>
          <a:off x="9317535" y="2436456"/>
          <a:ext cx="226800" cy="1814400"/>
        </p:xfrm>
        <a:graphic>
          <a:graphicData uri="http://schemas.openxmlformats.org/drawingml/2006/table">
            <a:tbl>
              <a:tblPr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226800"/>
              </a:tblGrid>
              <a:tr h="226800">
                <a:tc>
                  <a:txBody>
                    <a:bodyPr/>
                    <a:lstStyle/>
                    <a:p>
                      <a:endParaRPr lang="zh-CN" altLang="en-US" sz="100" dirty="0">
                        <a:noFill/>
                      </a:endParaRP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</a:tr>
              <a:tr h="226800">
                <a:tc>
                  <a:txBody>
                    <a:bodyPr/>
                    <a:lstStyle/>
                    <a:p>
                      <a:endParaRPr lang="zh-CN" altLang="en-US" sz="100" dirty="0">
                        <a:noFill/>
                      </a:endParaRP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</a:tr>
              <a:tr h="226800">
                <a:tc>
                  <a:txBody>
                    <a:bodyPr/>
                    <a:lstStyle/>
                    <a:p>
                      <a:endParaRPr lang="zh-CN" altLang="en-US" sz="100" dirty="0">
                        <a:noFill/>
                      </a:endParaRP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</a:tr>
              <a:tr h="226800">
                <a:tc>
                  <a:txBody>
                    <a:bodyPr/>
                    <a:lstStyle/>
                    <a:p>
                      <a:endParaRPr lang="zh-CN" altLang="en-US" sz="100" dirty="0">
                        <a:noFill/>
                      </a:endParaRP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</a:tr>
              <a:tr h="226800">
                <a:tc>
                  <a:txBody>
                    <a:bodyPr/>
                    <a:lstStyle/>
                    <a:p>
                      <a:endParaRPr lang="zh-CN" altLang="en-US" sz="100">
                        <a:noFill/>
                      </a:endParaRP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</a:tr>
              <a:tr h="226800">
                <a:tc>
                  <a:txBody>
                    <a:bodyPr/>
                    <a:lstStyle/>
                    <a:p>
                      <a:endParaRPr lang="zh-CN" altLang="en-US" sz="100">
                        <a:noFill/>
                      </a:endParaRP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</a:tr>
              <a:tr h="226800">
                <a:tc>
                  <a:txBody>
                    <a:bodyPr/>
                    <a:lstStyle/>
                    <a:p>
                      <a:endParaRPr lang="zh-CN" altLang="en-US" sz="100">
                        <a:noFill/>
                      </a:endParaRP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</a:tr>
              <a:tr h="226800">
                <a:tc>
                  <a:txBody>
                    <a:bodyPr/>
                    <a:lstStyle/>
                    <a:p>
                      <a:endParaRPr lang="zh-CN" altLang="en-US" sz="100" dirty="0">
                        <a:noFill/>
                      </a:endParaRP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</a:tr>
            </a:tbl>
          </a:graphicData>
        </a:graphic>
      </p:graphicFrame>
      <p:graphicFrame>
        <p:nvGraphicFramePr>
          <p:cNvPr id="87" name="表格 86"/>
          <p:cNvGraphicFramePr>
            <a:graphicFrameLocks noGrp="1"/>
          </p:cNvGraphicFramePr>
          <p:nvPr/>
        </p:nvGraphicFramePr>
        <p:xfrm>
          <a:off x="10618937" y="2436456"/>
          <a:ext cx="226800" cy="1814400"/>
        </p:xfrm>
        <a:graphic>
          <a:graphicData uri="http://schemas.openxmlformats.org/drawingml/2006/table">
            <a:tbl>
              <a:tblPr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226800"/>
              </a:tblGrid>
              <a:tr h="226800"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</a:tr>
              <a:tr h="226800"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</a:tr>
              <a:tr h="226800"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</a:tr>
              <a:tr h="226800"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</a:tr>
              <a:tr h="226800"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</a:tr>
              <a:tr h="226800"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</a:tr>
              <a:tr h="226800"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</a:tr>
              <a:tr h="226800"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</a:tr>
            </a:tbl>
          </a:graphicData>
        </a:graphic>
      </p:graphicFrame>
      <p:grpSp>
        <p:nvGrpSpPr>
          <p:cNvPr id="88" name="组合 87"/>
          <p:cNvGrpSpPr/>
          <p:nvPr/>
        </p:nvGrpSpPr>
        <p:grpSpPr>
          <a:xfrm>
            <a:off x="6523222" y="1222935"/>
            <a:ext cx="381552" cy="950560"/>
            <a:chOff x="455772" y="1214051"/>
            <a:chExt cx="381552" cy="1154063"/>
          </a:xfrm>
        </p:grpSpPr>
        <p:cxnSp>
          <p:nvCxnSpPr>
            <p:cNvPr id="91" name="直线箭头连接符 90"/>
            <p:cNvCxnSpPr/>
            <p:nvPr/>
          </p:nvCxnSpPr>
          <p:spPr>
            <a:xfrm>
              <a:off x="455772" y="1217386"/>
              <a:ext cx="0" cy="1150728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stealth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4" name="直线箭头连接符 93"/>
            <p:cNvCxnSpPr/>
            <p:nvPr/>
          </p:nvCxnSpPr>
          <p:spPr>
            <a:xfrm>
              <a:off x="837324" y="1214051"/>
              <a:ext cx="0" cy="571384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stealth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96" name="组合 95"/>
          <p:cNvGrpSpPr/>
          <p:nvPr/>
        </p:nvGrpSpPr>
        <p:grpSpPr>
          <a:xfrm>
            <a:off x="9374020" y="1215149"/>
            <a:ext cx="673929" cy="1211870"/>
            <a:chOff x="320986" y="1217386"/>
            <a:chExt cx="673929" cy="1211870"/>
          </a:xfrm>
        </p:grpSpPr>
        <p:cxnSp>
          <p:nvCxnSpPr>
            <p:cNvPr id="97" name="直线箭头连接符 96"/>
            <p:cNvCxnSpPr/>
            <p:nvPr/>
          </p:nvCxnSpPr>
          <p:spPr>
            <a:xfrm>
              <a:off x="320986" y="1217386"/>
              <a:ext cx="0" cy="1211870"/>
            </a:xfrm>
            <a:prstGeom prst="straightConnector1">
              <a:avLst/>
            </a:prstGeom>
            <a:ln w="25400">
              <a:solidFill>
                <a:schemeClr val="bg1">
                  <a:lumMod val="65000"/>
                </a:schemeClr>
              </a:solidFill>
              <a:tailEnd type="stealth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8" name="直线箭头连接符 97"/>
            <p:cNvCxnSpPr/>
            <p:nvPr/>
          </p:nvCxnSpPr>
          <p:spPr>
            <a:xfrm>
              <a:off x="455772" y="1217386"/>
              <a:ext cx="0" cy="1056138"/>
            </a:xfrm>
            <a:prstGeom prst="straightConnector1">
              <a:avLst/>
            </a:prstGeom>
            <a:ln w="25400">
              <a:solidFill>
                <a:schemeClr val="bg1">
                  <a:lumMod val="65000"/>
                </a:schemeClr>
              </a:solidFill>
              <a:tailEnd type="stealth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" name="直线箭头连接符 98"/>
            <p:cNvCxnSpPr/>
            <p:nvPr/>
          </p:nvCxnSpPr>
          <p:spPr>
            <a:xfrm>
              <a:off x="590558" y="1217386"/>
              <a:ext cx="0" cy="893207"/>
            </a:xfrm>
            <a:prstGeom prst="straightConnector1">
              <a:avLst/>
            </a:prstGeom>
            <a:ln w="25400">
              <a:solidFill>
                <a:schemeClr val="bg1">
                  <a:lumMod val="65000"/>
                </a:schemeClr>
              </a:solidFill>
              <a:tailEnd type="stealth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0" name="直线箭头连接符 99"/>
            <p:cNvCxnSpPr/>
            <p:nvPr/>
          </p:nvCxnSpPr>
          <p:spPr>
            <a:xfrm>
              <a:off x="725344" y="1217386"/>
              <a:ext cx="0" cy="730276"/>
            </a:xfrm>
            <a:prstGeom prst="straightConnector1">
              <a:avLst/>
            </a:prstGeom>
            <a:ln w="25400">
              <a:solidFill>
                <a:schemeClr val="bg1">
                  <a:lumMod val="65000"/>
                </a:schemeClr>
              </a:solidFill>
              <a:tailEnd type="stealth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1" name="直线箭头连接符 100"/>
            <p:cNvCxnSpPr/>
            <p:nvPr/>
          </p:nvCxnSpPr>
          <p:spPr>
            <a:xfrm>
              <a:off x="860130" y="1217386"/>
              <a:ext cx="0" cy="554763"/>
            </a:xfrm>
            <a:prstGeom prst="straightConnector1">
              <a:avLst/>
            </a:prstGeom>
            <a:ln w="25400">
              <a:solidFill>
                <a:schemeClr val="bg1">
                  <a:lumMod val="65000"/>
                </a:schemeClr>
              </a:solidFill>
              <a:tailEnd type="stealth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" name="直线箭头连接符 101"/>
            <p:cNvCxnSpPr/>
            <p:nvPr/>
          </p:nvCxnSpPr>
          <p:spPr>
            <a:xfrm>
              <a:off x="994915" y="1217386"/>
              <a:ext cx="0" cy="404414"/>
            </a:xfrm>
            <a:prstGeom prst="straightConnector1">
              <a:avLst/>
            </a:prstGeom>
            <a:ln w="25400">
              <a:solidFill>
                <a:schemeClr val="bg1">
                  <a:lumMod val="65000"/>
                </a:schemeClr>
              </a:solidFill>
              <a:tailEnd type="stealth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03" name="组合 102"/>
          <p:cNvGrpSpPr/>
          <p:nvPr/>
        </p:nvGrpSpPr>
        <p:grpSpPr>
          <a:xfrm>
            <a:off x="10675422" y="1215012"/>
            <a:ext cx="673929" cy="1211870"/>
            <a:chOff x="320986" y="1217386"/>
            <a:chExt cx="673929" cy="1211870"/>
          </a:xfrm>
        </p:grpSpPr>
        <p:cxnSp>
          <p:nvCxnSpPr>
            <p:cNvPr id="104" name="直线箭头连接符 103"/>
            <p:cNvCxnSpPr/>
            <p:nvPr/>
          </p:nvCxnSpPr>
          <p:spPr>
            <a:xfrm>
              <a:off x="320986" y="1217386"/>
              <a:ext cx="0" cy="1211870"/>
            </a:xfrm>
            <a:prstGeom prst="straightConnector1">
              <a:avLst/>
            </a:prstGeom>
            <a:ln w="25400">
              <a:solidFill>
                <a:schemeClr val="bg1">
                  <a:lumMod val="65000"/>
                </a:schemeClr>
              </a:solidFill>
              <a:headEnd type="stealth" w="med" len="lg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" name="直线箭头连接符 104"/>
            <p:cNvCxnSpPr/>
            <p:nvPr/>
          </p:nvCxnSpPr>
          <p:spPr>
            <a:xfrm>
              <a:off x="455772" y="1217386"/>
              <a:ext cx="0" cy="1056138"/>
            </a:xfrm>
            <a:prstGeom prst="straightConnector1">
              <a:avLst/>
            </a:prstGeom>
            <a:ln w="25400">
              <a:solidFill>
                <a:schemeClr val="bg1">
                  <a:lumMod val="65000"/>
                </a:schemeClr>
              </a:solidFill>
              <a:headEnd type="stealth" w="med" len="lg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6" name="直线箭头连接符 105"/>
            <p:cNvCxnSpPr/>
            <p:nvPr/>
          </p:nvCxnSpPr>
          <p:spPr>
            <a:xfrm>
              <a:off x="590558" y="1217386"/>
              <a:ext cx="0" cy="893207"/>
            </a:xfrm>
            <a:prstGeom prst="straightConnector1">
              <a:avLst/>
            </a:prstGeom>
            <a:ln w="25400">
              <a:solidFill>
                <a:schemeClr val="bg1">
                  <a:lumMod val="65000"/>
                </a:schemeClr>
              </a:solidFill>
              <a:headEnd type="stealth" w="med" len="lg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" name="直线箭头连接符 106"/>
            <p:cNvCxnSpPr/>
            <p:nvPr/>
          </p:nvCxnSpPr>
          <p:spPr>
            <a:xfrm>
              <a:off x="725344" y="1217386"/>
              <a:ext cx="0" cy="730276"/>
            </a:xfrm>
            <a:prstGeom prst="straightConnector1">
              <a:avLst/>
            </a:prstGeom>
            <a:ln w="25400">
              <a:solidFill>
                <a:schemeClr val="bg1">
                  <a:lumMod val="65000"/>
                </a:schemeClr>
              </a:solidFill>
              <a:headEnd type="stealth" w="med" len="lg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" name="直线箭头连接符 107"/>
            <p:cNvCxnSpPr/>
            <p:nvPr/>
          </p:nvCxnSpPr>
          <p:spPr>
            <a:xfrm>
              <a:off x="860130" y="1217386"/>
              <a:ext cx="0" cy="554763"/>
            </a:xfrm>
            <a:prstGeom prst="straightConnector1">
              <a:avLst/>
            </a:prstGeom>
            <a:ln w="25400">
              <a:solidFill>
                <a:schemeClr val="bg1">
                  <a:lumMod val="65000"/>
                </a:schemeClr>
              </a:solidFill>
              <a:headEnd type="stealth" w="med" len="lg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9" name="直线箭头连接符 108"/>
            <p:cNvCxnSpPr/>
            <p:nvPr/>
          </p:nvCxnSpPr>
          <p:spPr>
            <a:xfrm>
              <a:off x="994915" y="1217386"/>
              <a:ext cx="0" cy="404414"/>
            </a:xfrm>
            <a:prstGeom prst="straightConnector1">
              <a:avLst/>
            </a:prstGeom>
            <a:ln w="25400">
              <a:solidFill>
                <a:schemeClr val="bg1">
                  <a:lumMod val="65000"/>
                </a:schemeClr>
              </a:solidFill>
              <a:headEnd type="stealth" w="med" len="lg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11" name="文本框 110"/>
          <p:cNvSpPr txBox="1"/>
          <p:nvPr/>
        </p:nvSpPr>
        <p:spPr>
          <a:xfrm>
            <a:off x="7255866" y="4277693"/>
            <a:ext cx="350309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1" lang="en-US" altLang="zh-CN" sz="2400" dirty="0">
                <a:latin typeface="Cambria Math" panose="020405030504060302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On-chip computation</a:t>
            </a:r>
            <a:endParaRPr kumimoji="1" lang="zh-CN" altLang="en-US" sz="2400" dirty="0">
              <a:latin typeface="Cambria Math" panose="02040503050406030204" pitchFamily="18" charset="0"/>
              <a:cs typeface="Times New Roman" panose="02020603050405020304" pitchFamily="18" charset="0"/>
            </a:endParaRPr>
          </a:p>
        </p:txBody>
      </p:sp>
      <p:sp>
        <p:nvSpPr>
          <p:cNvPr id="116" name="右大括号 115"/>
          <p:cNvSpPr/>
          <p:nvPr/>
        </p:nvSpPr>
        <p:spPr>
          <a:xfrm rot="13064461">
            <a:off x="6484127" y="2012428"/>
            <a:ext cx="125776" cy="428970"/>
          </a:xfrm>
          <a:prstGeom prst="rightBrace">
            <a:avLst>
              <a:gd name="adj1" fmla="val 38192"/>
              <a:gd name="adj2" fmla="val 50000"/>
            </a:avLst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20" name="右大括号 119"/>
          <p:cNvSpPr/>
          <p:nvPr/>
        </p:nvSpPr>
        <p:spPr>
          <a:xfrm rot="13064461">
            <a:off x="6877484" y="1531705"/>
            <a:ext cx="125776" cy="428970"/>
          </a:xfrm>
          <a:prstGeom prst="rightBrace">
            <a:avLst>
              <a:gd name="adj1" fmla="val 38192"/>
              <a:gd name="adj2" fmla="val 50000"/>
            </a:avLst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22" name="右大括号 121"/>
          <p:cNvSpPr/>
          <p:nvPr/>
        </p:nvSpPr>
        <p:spPr>
          <a:xfrm rot="5400000">
            <a:off x="1635808" y="3417228"/>
            <a:ext cx="118118" cy="1789014"/>
          </a:xfrm>
          <a:prstGeom prst="rightBrace">
            <a:avLst>
              <a:gd name="adj1" fmla="val 38192"/>
              <a:gd name="adj2" fmla="val 50000"/>
            </a:avLst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23" name="文本框 122"/>
              <p:cNvSpPr txBox="1"/>
              <p:nvPr/>
            </p:nvSpPr>
            <p:spPr>
              <a:xfrm>
                <a:off x="1456833" y="4265813"/>
                <a:ext cx="497092" cy="2769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zh-CN" sz="120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kumimoji="1" lang="en-US" altLang="zh-CN" sz="1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C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kumimoji="1" lang="en-US" altLang="zh-CN" sz="1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in</m:t>
                          </m:r>
                        </m:sub>
                      </m:sSub>
                    </m:oMath>
                  </m:oMathPara>
                </a14:m>
                <a:endParaRPr kumimoji="1" lang="zh-CN" altLang="en-US" sz="2400" dirty="0">
                  <a:latin typeface="Cambria Math" panose="020405030504060302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123" name="文本框 12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56833" y="4265813"/>
                <a:ext cx="497092" cy="276999"/>
              </a:xfrm>
              <a:prstGeom prst="rect">
                <a:avLst/>
              </a:prstGeom>
              <a:blipFill rotWithShape="1">
                <a:blip r:embed="rId1"/>
                <a:stretch>
                  <a:fillRect l="-29" t="-187" r="6" b="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25" name="文本框 124"/>
              <p:cNvSpPr txBox="1"/>
              <p:nvPr/>
            </p:nvSpPr>
            <p:spPr>
              <a:xfrm>
                <a:off x="365961" y="3240967"/>
                <a:ext cx="302781" cy="276999"/>
              </a:xfrm>
              <a:prstGeom prst="rect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zh-CN" sz="120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kumimoji="1" lang="en-US" altLang="zh-CN" sz="1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C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kumimoji="1" lang="en-US" altLang="zh-CN" sz="1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out</m:t>
                          </m:r>
                        </m:sub>
                      </m:sSub>
                    </m:oMath>
                  </m:oMathPara>
                </a14:m>
                <a:endParaRPr kumimoji="1" lang="zh-CN" altLang="en-US" sz="2400" dirty="0">
                  <a:latin typeface="Cambria Math" panose="020405030504060302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125" name="文本框 12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5961" y="3240967"/>
                <a:ext cx="302781" cy="276999"/>
              </a:xfrm>
              <a:prstGeom prst="rect">
                <a:avLst/>
              </a:prstGeom>
              <a:blipFill rotWithShape="1">
                <a:blip r:embed="rId2"/>
                <a:stretch>
                  <a:fillRect l="-66" t="-203" r="-17798" b="2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4" name="右大括号 123"/>
          <p:cNvSpPr/>
          <p:nvPr/>
        </p:nvSpPr>
        <p:spPr>
          <a:xfrm rot="10800000">
            <a:off x="565207" y="2449149"/>
            <a:ext cx="207069" cy="1789014"/>
          </a:xfrm>
          <a:prstGeom prst="rightBrace">
            <a:avLst>
              <a:gd name="adj1" fmla="val 38192"/>
              <a:gd name="adj2" fmla="val 50000"/>
            </a:avLst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27" name="文本框 126"/>
              <p:cNvSpPr txBox="1"/>
              <p:nvPr/>
            </p:nvSpPr>
            <p:spPr>
              <a:xfrm>
                <a:off x="3305260" y="3733321"/>
                <a:ext cx="302781" cy="276999"/>
              </a:xfrm>
              <a:prstGeom prst="rect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zh-CN" sz="120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kumimoji="1" lang="en-US" altLang="zh-CN" sz="1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C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kumimoji="1" lang="en-US" altLang="zh-CN" sz="1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in</m:t>
                          </m:r>
                        </m:sub>
                      </m:sSub>
                    </m:oMath>
                  </m:oMathPara>
                </a14:m>
                <a:endParaRPr kumimoji="1" lang="zh-CN" altLang="en-US" sz="2400" dirty="0">
                  <a:latin typeface="Cambria Math" panose="020405030504060302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127" name="文本框 12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05260" y="3733321"/>
                <a:ext cx="302781" cy="276999"/>
              </a:xfrm>
              <a:prstGeom prst="rect">
                <a:avLst/>
              </a:prstGeom>
              <a:blipFill rotWithShape="1">
                <a:blip r:embed="rId3"/>
                <a:stretch>
                  <a:fillRect l="-28" t="-56" r="200" b="10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8" name="右大括号 127"/>
          <p:cNvSpPr/>
          <p:nvPr/>
        </p:nvSpPr>
        <p:spPr>
          <a:xfrm rot="10800000">
            <a:off x="3500514" y="2447840"/>
            <a:ext cx="157956" cy="1789014"/>
          </a:xfrm>
          <a:prstGeom prst="rightBrace">
            <a:avLst>
              <a:gd name="adj1" fmla="val 38192"/>
              <a:gd name="adj2" fmla="val 21712"/>
            </a:avLst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29" name="文本框 128"/>
              <p:cNvSpPr txBox="1"/>
              <p:nvPr/>
            </p:nvSpPr>
            <p:spPr>
              <a:xfrm>
                <a:off x="4585723" y="3739521"/>
                <a:ext cx="302781" cy="276999"/>
              </a:xfrm>
              <a:prstGeom prst="rect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zh-CN" sz="120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kumimoji="1" lang="en-US" altLang="zh-CN" sz="1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C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kumimoji="1" lang="en-US" altLang="zh-CN" sz="1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out</m:t>
                          </m:r>
                        </m:sub>
                      </m:sSub>
                    </m:oMath>
                  </m:oMathPara>
                </a14:m>
                <a:endParaRPr kumimoji="1" lang="zh-CN" altLang="en-US" sz="2400" dirty="0">
                  <a:latin typeface="Cambria Math" panose="020405030504060302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129" name="文本框 12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85723" y="3739521"/>
                <a:ext cx="302781" cy="276999"/>
              </a:xfrm>
              <a:prstGeom prst="rect">
                <a:avLst/>
              </a:prstGeom>
              <a:blipFill rotWithShape="1">
                <a:blip r:embed="rId2"/>
                <a:stretch>
                  <a:fillRect l="-128" t="-2" r="-17736" b="5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0" name="右大括号 129"/>
          <p:cNvSpPr/>
          <p:nvPr/>
        </p:nvSpPr>
        <p:spPr>
          <a:xfrm rot="10800000">
            <a:off x="4807127" y="2447840"/>
            <a:ext cx="157956" cy="1789014"/>
          </a:xfrm>
          <a:prstGeom prst="rightBrace">
            <a:avLst>
              <a:gd name="adj1" fmla="val 38192"/>
              <a:gd name="adj2" fmla="val 22033"/>
            </a:avLst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文本框 2"/>
              <p:cNvSpPr txBox="1"/>
              <p:nvPr/>
            </p:nvSpPr>
            <p:spPr>
              <a:xfrm>
                <a:off x="2946090" y="3872410"/>
                <a:ext cx="302781" cy="307777"/>
              </a:xfrm>
              <a:prstGeom prst="rect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|"/>
                          <m:endChr m:val="|"/>
                          <m:ctrlPr>
                            <a:rPr kumimoji="1" lang="en-US" altLang="zh-CN" sz="14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kumimoji="1" lang="en-US" altLang="zh-CN" sz="14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𝒯</m:t>
                          </m:r>
                        </m:e>
                      </m:d>
                    </m:oMath>
                  </m:oMathPara>
                </a14:m>
                <a:endParaRPr kumimoji="1" lang="zh-CN" altLang="en-US" sz="2400" dirty="0">
                  <a:latin typeface="Cambria Math" panose="020405030504060302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3" name="文本框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46090" y="3872410"/>
                <a:ext cx="302781" cy="307777"/>
              </a:xfrm>
              <a:prstGeom prst="rect">
                <a:avLst/>
              </a:prstGeom>
              <a:blipFill rotWithShape="1">
                <a:blip r:embed="rId4"/>
                <a:stretch>
                  <a:fillRect l="-107" t="-58" r="-6641" b="2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右大括号 1"/>
          <p:cNvSpPr/>
          <p:nvPr/>
        </p:nvSpPr>
        <p:spPr>
          <a:xfrm rot="2346188">
            <a:off x="2938155" y="3347575"/>
            <a:ext cx="152163" cy="1077390"/>
          </a:xfrm>
          <a:prstGeom prst="rightBrace">
            <a:avLst>
              <a:gd name="adj1" fmla="val 38192"/>
              <a:gd name="adj2" fmla="val 49618"/>
            </a:avLst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/>
          <p:cNvGrpSpPr/>
          <p:nvPr/>
        </p:nvGrpSpPr>
        <p:grpSpPr>
          <a:xfrm>
            <a:off x="343535" y="1810385"/>
            <a:ext cx="5361305" cy="4103370"/>
            <a:chOff x="897" y="2696"/>
            <a:chExt cx="8443" cy="6462"/>
          </a:xfrm>
        </p:grpSpPr>
        <p:sp>
          <p:nvSpPr>
            <p:cNvPr id="2" name="圆角矩形 1"/>
            <p:cNvSpPr/>
            <p:nvPr/>
          </p:nvSpPr>
          <p:spPr>
            <a:xfrm>
              <a:off x="942" y="3880"/>
              <a:ext cx="8326" cy="4701"/>
            </a:xfrm>
            <a:prstGeom prst="roundRect">
              <a:avLst>
                <a:gd name="adj" fmla="val 2783"/>
              </a:avLst>
            </a:prstGeom>
            <a:solidFill>
              <a:schemeClr val="accent6">
                <a:lumMod val="40000"/>
                <a:lumOff val="60000"/>
                <a:alpha val="24000"/>
              </a:schemeClr>
            </a:solidFill>
            <a:ln>
              <a:noFill/>
            </a:ln>
          </p:spPr>
          <p:style>
            <a:lnRef idx="2">
              <a:schemeClr val="accent6">
                <a:shade val="15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050" b="1" dirty="0">
                <a:solidFill>
                  <a:schemeClr val="bg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8" name="矩形 27"/>
            <p:cNvSpPr/>
            <p:nvPr/>
          </p:nvSpPr>
          <p:spPr>
            <a:xfrm>
              <a:off x="2429" y="4100"/>
              <a:ext cx="2463" cy="2566"/>
            </a:xfrm>
            <a:prstGeom prst="rect">
              <a:avLst/>
            </a:prstGeom>
            <a:pattFill prst="smGrid">
              <a:fgClr>
                <a:srgbClr val="3FBCBB"/>
              </a:fgClr>
              <a:bgClr>
                <a:schemeClr val="bg1"/>
              </a:bgClr>
            </a:pattFill>
            <a:ln w="9525">
              <a:solidFill>
                <a:schemeClr val="tx1">
                  <a:lumMod val="85000"/>
                  <a:lumOff val="15000"/>
                </a:schemeClr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29" name="矩形 28"/>
            <p:cNvSpPr/>
            <p:nvPr/>
          </p:nvSpPr>
          <p:spPr>
            <a:xfrm>
              <a:off x="2308" y="4232"/>
              <a:ext cx="2463" cy="2566"/>
            </a:xfrm>
            <a:prstGeom prst="rect">
              <a:avLst/>
            </a:prstGeom>
            <a:pattFill prst="smGrid">
              <a:fgClr>
                <a:srgbClr val="0070C0"/>
              </a:fgClr>
              <a:bgClr>
                <a:schemeClr val="bg1"/>
              </a:bgClr>
            </a:pattFill>
            <a:ln w="9525">
              <a:solidFill>
                <a:schemeClr val="tx1">
                  <a:lumMod val="85000"/>
                  <a:lumOff val="15000"/>
                </a:schemeClr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30" name="矩形 29"/>
            <p:cNvSpPr/>
            <p:nvPr/>
          </p:nvSpPr>
          <p:spPr>
            <a:xfrm>
              <a:off x="2162" y="4385"/>
              <a:ext cx="2463" cy="2566"/>
            </a:xfrm>
            <a:prstGeom prst="rect">
              <a:avLst/>
            </a:prstGeom>
            <a:pattFill prst="smGrid">
              <a:fgClr>
                <a:srgbClr val="3FBCBB"/>
              </a:fgClr>
              <a:bgClr>
                <a:schemeClr val="bg1"/>
              </a:bgClr>
            </a:pattFill>
            <a:ln w="9525">
              <a:solidFill>
                <a:schemeClr val="tx1">
                  <a:lumMod val="85000"/>
                  <a:lumOff val="15000"/>
                </a:schemeClr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5" name="矩形 4"/>
            <p:cNvSpPr/>
            <p:nvPr/>
          </p:nvSpPr>
          <p:spPr>
            <a:xfrm>
              <a:off x="2016" y="4555"/>
              <a:ext cx="2463" cy="2566"/>
            </a:xfrm>
            <a:prstGeom prst="rect">
              <a:avLst/>
            </a:prstGeom>
            <a:pattFill prst="smGrid">
              <a:fgClr>
                <a:schemeClr val="accent6">
                  <a:lumMod val="60000"/>
                  <a:lumOff val="40000"/>
                </a:schemeClr>
              </a:fgClr>
              <a:bgClr>
                <a:schemeClr val="bg1"/>
              </a:bgClr>
            </a:pattFill>
            <a:ln w="9525">
              <a:solidFill>
                <a:schemeClr val="tx1">
                  <a:lumMod val="85000"/>
                  <a:lumOff val="15000"/>
                </a:schemeClr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6" name="矩形 5"/>
            <p:cNvSpPr/>
            <p:nvPr/>
          </p:nvSpPr>
          <p:spPr>
            <a:xfrm>
              <a:off x="1866" y="4709"/>
              <a:ext cx="2463" cy="2566"/>
            </a:xfrm>
            <a:prstGeom prst="rect">
              <a:avLst/>
            </a:prstGeom>
            <a:pattFill prst="smGrid">
              <a:fgClr>
                <a:schemeClr val="accent6">
                  <a:lumMod val="60000"/>
                  <a:lumOff val="40000"/>
                </a:schemeClr>
              </a:fgClr>
              <a:bgClr>
                <a:schemeClr val="bg1"/>
              </a:bgClr>
            </a:pattFill>
            <a:ln w="9525">
              <a:solidFill>
                <a:schemeClr val="tx1">
                  <a:lumMod val="85000"/>
                  <a:lumOff val="15000"/>
                </a:schemeClr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4" name="矩形 13"/>
            <p:cNvSpPr/>
            <p:nvPr/>
          </p:nvSpPr>
          <p:spPr>
            <a:xfrm>
              <a:off x="1722" y="4872"/>
              <a:ext cx="2463" cy="2566"/>
            </a:xfrm>
            <a:prstGeom prst="rect">
              <a:avLst/>
            </a:prstGeom>
            <a:pattFill prst="smGrid">
              <a:fgClr>
                <a:srgbClr val="0070C0"/>
              </a:fgClr>
              <a:bgClr>
                <a:schemeClr val="bg1"/>
              </a:bgClr>
            </a:pattFill>
            <a:ln w="9525">
              <a:solidFill>
                <a:schemeClr val="tx1">
                  <a:lumMod val="85000"/>
                  <a:lumOff val="15000"/>
                </a:schemeClr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pic>
          <p:nvPicPr>
            <p:cNvPr id="32" name="图片 31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7978" y="8709"/>
              <a:ext cx="1363" cy="363"/>
            </a:xfrm>
            <a:prstGeom prst="rect">
              <a:avLst/>
            </a:prstGeom>
          </p:spPr>
        </p:pic>
        <p:pic>
          <p:nvPicPr>
            <p:cNvPr id="33" name="图片 32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5687" y="8718"/>
              <a:ext cx="1215" cy="441"/>
            </a:xfrm>
            <a:prstGeom prst="rect">
              <a:avLst/>
            </a:prstGeom>
          </p:spPr>
        </p:pic>
        <p:pic>
          <p:nvPicPr>
            <p:cNvPr id="34" name="图片 33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722" y="8752"/>
              <a:ext cx="1901" cy="363"/>
            </a:xfrm>
            <a:prstGeom prst="rect">
              <a:avLst/>
            </a:prstGeom>
          </p:spPr>
        </p:pic>
        <p:sp>
          <p:nvSpPr>
            <p:cNvPr id="58" name="矩形 57"/>
            <p:cNvSpPr/>
            <p:nvPr/>
          </p:nvSpPr>
          <p:spPr>
            <a:xfrm>
              <a:off x="1178" y="8042"/>
              <a:ext cx="8016" cy="35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6">
                <a:shade val="15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sz="105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On-chip computation</a:t>
              </a:r>
              <a:endParaRPr kumimoji="1" lang="zh-CN" altLang="en-US" sz="105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7" name="矩形 16"/>
            <p:cNvSpPr/>
            <p:nvPr/>
          </p:nvSpPr>
          <p:spPr>
            <a:xfrm>
              <a:off x="1574" y="5007"/>
              <a:ext cx="2463" cy="2566"/>
            </a:xfrm>
            <a:prstGeom prst="rect">
              <a:avLst/>
            </a:prstGeom>
            <a:pattFill prst="smGrid">
              <a:fgClr>
                <a:schemeClr val="accent6">
                  <a:lumMod val="60000"/>
                  <a:lumOff val="40000"/>
                </a:schemeClr>
              </a:fgClr>
              <a:bgClr>
                <a:schemeClr val="bg1"/>
              </a:bgClr>
            </a:pattFill>
            <a:ln w="9525">
              <a:solidFill>
                <a:schemeClr val="tx1">
                  <a:lumMod val="85000"/>
                  <a:lumOff val="15000"/>
                </a:schemeClr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8" name="矩形 17"/>
            <p:cNvSpPr/>
            <p:nvPr/>
          </p:nvSpPr>
          <p:spPr>
            <a:xfrm>
              <a:off x="1431" y="5167"/>
              <a:ext cx="2463" cy="2566"/>
            </a:xfrm>
            <a:prstGeom prst="rect">
              <a:avLst/>
            </a:prstGeom>
            <a:pattFill prst="smGrid">
              <a:fgClr>
                <a:srgbClr val="0070C0"/>
              </a:fgClr>
              <a:bgClr>
                <a:schemeClr val="bg1"/>
              </a:bgClr>
            </a:pattFill>
            <a:ln w="9525">
              <a:solidFill>
                <a:schemeClr val="tx1">
                  <a:lumMod val="85000"/>
                  <a:lumOff val="15000"/>
                </a:schemeClr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9" name="矩形 18"/>
            <p:cNvSpPr/>
            <p:nvPr/>
          </p:nvSpPr>
          <p:spPr>
            <a:xfrm>
              <a:off x="1286" y="5321"/>
              <a:ext cx="2463" cy="2566"/>
            </a:xfrm>
            <a:prstGeom prst="rect">
              <a:avLst/>
            </a:prstGeom>
            <a:pattFill prst="lgGrid">
              <a:fgClr>
                <a:srgbClr val="3FBCBB"/>
              </a:fgClr>
              <a:bgClr>
                <a:schemeClr val="bg1"/>
              </a:bgClr>
            </a:pattFill>
            <a:ln w="9525">
              <a:solidFill>
                <a:schemeClr val="tx1">
                  <a:lumMod val="85000"/>
                  <a:lumOff val="15000"/>
                </a:schemeClr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/>
            </a:p>
          </p:txBody>
        </p:sp>
        <p:grpSp>
          <p:nvGrpSpPr>
            <p:cNvPr id="40" name="组合 39"/>
            <p:cNvGrpSpPr/>
            <p:nvPr/>
          </p:nvGrpSpPr>
          <p:grpSpPr>
            <a:xfrm>
              <a:off x="6194" y="4144"/>
              <a:ext cx="661" cy="3750"/>
              <a:chOff x="3478582" y="2264187"/>
              <a:chExt cx="258266" cy="1465956"/>
            </a:xfrm>
          </p:grpSpPr>
          <p:sp>
            <p:nvSpPr>
              <p:cNvPr id="37" name="矩形 36"/>
              <p:cNvSpPr/>
              <p:nvPr/>
            </p:nvSpPr>
            <p:spPr>
              <a:xfrm>
                <a:off x="3711511" y="2264187"/>
                <a:ext cx="25337" cy="1002887"/>
              </a:xfrm>
              <a:prstGeom prst="rect">
                <a:avLst/>
              </a:prstGeom>
              <a:pattFill prst="ltHorz">
                <a:fgClr>
                  <a:schemeClr val="accent3">
                    <a:lumMod val="75000"/>
                  </a:schemeClr>
                </a:fgClr>
                <a:bgClr>
                  <a:schemeClr val="bg1"/>
                </a:bgClr>
              </a:pattFill>
              <a:ln w="3175">
                <a:solidFill>
                  <a:schemeClr val="accent1">
                    <a:shade val="15000"/>
                    <a:alpha val="31081"/>
                  </a:schemeClr>
                </a:solidFill>
              </a:ln>
              <a:effectLst>
                <a:outerShdw blurRad="50800" dist="38100" dir="4320000" algn="tl" rotWithShape="0">
                  <a:prstClr val="black">
                    <a:alpha val="26324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sp>
            <p:nvSpPr>
              <p:cNvPr id="38" name="矩形 37"/>
              <p:cNvSpPr/>
              <p:nvPr/>
            </p:nvSpPr>
            <p:spPr>
              <a:xfrm>
                <a:off x="3682394" y="2334752"/>
                <a:ext cx="25337" cy="1002887"/>
              </a:xfrm>
              <a:prstGeom prst="rect">
                <a:avLst/>
              </a:prstGeom>
              <a:pattFill prst="ltHorz">
                <a:fgClr>
                  <a:schemeClr val="accent3">
                    <a:lumMod val="75000"/>
                  </a:schemeClr>
                </a:fgClr>
                <a:bgClr>
                  <a:schemeClr val="bg1"/>
                </a:bgClr>
              </a:pattFill>
              <a:ln w="3175">
                <a:solidFill>
                  <a:schemeClr val="accent1">
                    <a:shade val="15000"/>
                    <a:alpha val="31000"/>
                  </a:schemeClr>
                </a:solidFill>
              </a:ln>
              <a:effectLst>
                <a:outerShdw blurRad="50800" dist="38100" dir="4320000" algn="tl" rotWithShape="0">
                  <a:prstClr val="black">
                    <a:alpha val="26324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sp>
            <p:nvSpPr>
              <p:cNvPr id="39" name="矩形 38"/>
              <p:cNvSpPr/>
              <p:nvPr/>
            </p:nvSpPr>
            <p:spPr>
              <a:xfrm>
                <a:off x="3653278" y="2390824"/>
                <a:ext cx="25337" cy="1002887"/>
              </a:xfrm>
              <a:prstGeom prst="rect">
                <a:avLst/>
              </a:prstGeom>
              <a:pattFill prst="ltHorz">
                <a:fgClr>
                  <a:schemeClr val="accent3">
                    <a:lumMod val="75000"/>
                  </a:schemeClr>
                </a:fgClr>
                <a:bgClr>
                  <a:schemeClr val="bg1"/>
                </a:bgClr>
              </a:pattFill>
              <a:ln w="3175">
                <a:solidFill>
                  <a:schemeClr val="accent1">
                    <a:shade val="15000"/>
                    <a:alpha val="34000"/>
                  </a:schemeClr>
                </a:solidFill>
              </a:ln>
              <a:effectLst>
                <a:outerShdw blurRad="50800" dist="38100" dir="4320000" algn="tl" rotWithShape="0">
                  <a:prstClr val="black">
                    <a:alpha val="26324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sp>
            <p:nvSpPr>
              <p:cNvPr id="31" name="矩形 30"/>
              <p:cNvSpPr/>
              <p:nvPr/>
            </p:nvSpPr>
            <p:spPr>
              <a:xfrm>
                <a:off x="3624162" y="2446896"/>
                <a:ext cx="25337" cy="1002887"/>
              </a:xfrm>
              <a:prstGeom prst="rect">
                <a:avLst/>
              </a:prstGeom>
              <a:pattFill prst="ltHorz">
                <a:fgClr>
                  <a:schemeClr val="accent3">
                    <a:lumMod val="75000"/>
                  </a:schemeClr>
                </a:fgClr>
                <a:bgClr>
                  <a:schemeClr val="bg1"/>
                </a:bgClr>
              </a:pattFill>
              <a:ln w="3175">
                <a:solidFill>
                  <a:schemeClr val="accent1">
                    <a:shade val="15000"/>
                    <a:alpha val="31081"/>
                  </a:schemeClr>
                </a:solidFill>
              </a:ln>
              <a:effectLst>
                <a:outerShdw blurRad="50800" dist="38100" dir="4320000" algn="tl" rotWithShape="0">
                  <a:prstClr val="black">
                    <a:alpha val="26324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sp>
            <p:nvSpPr>
              <p:cNvPr id="35" name="矩形 34"/>
              <p:cNvSpPr/>
              <p:nvPr/>
            </p:nvSpPr>
            <p:spPr>
              <a:xfrm>
                <a:off x="3595046" y="2502968"/>
                <a:ext cx="25337" cy="1002887"/>
              </a:xfrm>
              <a:prstGeom prst="rect">
                <a:avLst/>
              </a:prstGeom>
              <a:pattFill prst="ltHorz">
                <a:fgClr>
                  <a:schemeClr val="accent3">
                    <a:lumMod val="75000"/>
                  </a:schemeClr>
                </a:fgClr>
                <a:bgClr>
                  <a:schemeClr val="bg1"/>
                </a:bgClr>
              </a:pattFill>
              <a:ln w="3175">
                <a:solidFill>
                  <a:schemeClr val="accent1">
                    <a:shade val="15000"/>
                    <a:alpha val="38000"/>
                  </a:schemeClr>
                </a:solidFill>
              </a:ln>
              <a:effectLst>
                <a:outerShdw blurRad="50800" dist="38100" dir="4320000" algn="tl" rotWithShape="0">
                  <a:prstClr val="black">
                    <a:alpha val="26324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sp>
            <p:nvSpPr>
              <p:cNvPr id="36" name="矩形 35"/>
              <p:cNvSpPr/>
              <p:nvPr/>
            </p:nvSpPr>
            <p:spPr>
              <a:xfrm>
                <a:off x="3565930" y="2559040"/>
                <a:ext cx="25337" cy="1002887"/>
              </a:xfrm>
              <a:prstGeom prst="rect">
                <a:avLst/>
              </a:prstGeom>
              <a:pattFill prst="ltHorz">
                <a:fgClr>
                  <a:schemeClr val="accent3">
                    <a:lumMod val="75000"/>
                  </a:schemeClr>
                </a:fgClr>
                <a:bgClr>
                  <a:schemeClr val="bg1"/>
                </a:bgClr>
              </a:pattFill>
              <a:ln w="3175">
                <a:solidFill>
                  <a:schemeClr val="accent1">
                    <a:shade val="15000"/>
                    <a:alpha val="24265"/>
                  </a:schemeClr>
                </a:solidFill>
              </a:ln>
              <a:effectLst>
                <a:outerShdw blurRad="50800" dist="38100" dir="4320000" algn="tl" rotWithShape="0">
                  <a:prstClr val="black">
                    <a:alpha val="26324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sp>
            <p:nvSpPr>
              <p:cNvPr id="138" name="矩形 137"/>
              <p:cNvSpPr/>
              <p:nvPr/>
            </p:nvSpPr>
            <p:spPr>
              <a:xfrm>
                <a:off x="3536814" y="2615112"/>
                <a:ext cx="25337" cy="1002887"/>
              </a:xfrm>
              <a:prstGeom prst="rect">
                <a:avLst/>
              </a:prstGeom>
              <a:pattFill prst="ltHorz">
                <a:fgClr>
                  <a:schemeClr val="accent3">
                    <a:lumMod val="75000"/>
                  </a:schemeClr>
                </a:fgClr>
                <a:bgClr>
                  <a:schemeClr val="bg1"/>
                </a:bgClr>
              </a:pattFill>
              <a:ln w="3175">
                <a:solidFill>
                  <a:schemeClr val="tx1">
                    <a:alpha val="31000"/>
                  </a:schemeClr>
                </a:solidFill>
              </a:ln>
              <a:effectLst>
                <a:outerShdw blurRad="50800" dist="38100" dir="4320000" algn="tl" rotWithShape="0">
                  <a:prstClr val="black">
                    <a:alpha val="26324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sp>
            <p:nvSpPr>
              <p:cNvPr id="139" name="矩形 138"/>
              <p:cNvSpPr/>
              <p:nvPr/>
            </p:nvSpPr>
            <p:spPr>
              <a:xfrm>
                <a:off x="3507698" y="2671184"/>
                <a:ext cx="25337" cy="1002887"/>
              </a:xfrm>
              <a:prstGeom prst="rect">
                <a:avLst/>
              </a:prstGeom>
              <a:pattFill prst="ltHorz">
                <a:fgClr>
                  <a:schemeClr val="accent3">
                    <a:lumMod val="75000"/>
                  </a:schemeClr>
                </a:fgClr>
                <a:bgClr>
                  <a:schemeClr val="bg1"/>
                </a:bgClr>
              </a:pattFill>
              <a:ln w="3175">
                <a:solidFill>
                  <a:schemeClr val="accent1">
                    <a:shade val="15000"/>
                    <a:alpha val="67484"/>
                  </a:schemeClr>
                </a:solidFill>
              </a:ln>
              <a:effectLst>
                <a:outerShdw blurRad="50800" dist="38100" dir="4320000" algn="tl" rotWithShape="0">
                  <a:prstClr val="black">
                    <a:alpha val="26324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sp>
            <p:nvSpPr>
              <p:cNvPr id="140" name="矩形 139"/>
              <p:cNvSpPr/>
              <p:nvPr/>
            </p:nvSpPr>
            <p:spPr>
              <a:xfrm>
                <a:off x="3478582" y="2727256"/>
                <a:ext cx="25337" cy="1002887"/>
              </a:xfrm>
              <a:prstGeom prst="rect">
                <a:avLst/>
              </a:prstGeom>
              <a:pattFill prst="lgGrid">
                <a:fgClr>
                  <a:schemeClr val="accent3">
                    <a:lumMod val="75000"/>
                  </a:schemeClr>
                </a:fgClr>
                <a:bgClr>
                  <a:schemeClr val="bg1"/>
                </a:bgClr>
              </a:pattFill>
              <a:ln w="3175">
                <a:solidFill>
                  <a:schemeClr val="accent1">
                    <a:shade val="15000"/>
                  </a:schemeClr>
                </a:solidFill>
              </a:ln>
              <a:effectLst>
                <a:outerShdw blurRad="50800" dist="38100" dir="4320000" algn="tl" rotWithShape="0">
                  <a:prstClr val="black">
                    <a:alpha val="26324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</p:grpSp>
        <p:grpSp>
          <p:nvGrpSpPr>
            <p:cNvPr id="74" name="组合 73"/>
            <p:cNvGrpSpPr/>
            <p:nvPr/>
          </p:nvGrpSpPr>
          <p:grpSpPr>
            <a:xfrm>
              <a:off x="8387" y="4144"/>
              <a:ext cx="661" cy="3750"/>
              <a:chOff x="3478582" y="2264187"/>
              <a:chExt cx="258266" cy="1465956"/>
            </a:xfrm>
          </p:grpSpPr>
          <p:sp>
            <p:nvSpPr>
              <p:cNvPr id="75" name="矩形 74"/>
              <p:cNvSpPr/>
              <p:nvPr/>
            </p:nvSpPr>
            <p:spPr>
              <a:xfrm>
                <a:off x="3711511" y="2264187"/>
                <a:ext cx="25337" cy="1002887"/>
              </a:xfrm>
              <a:prstGeom prst="rect">
                <a:avLst/>
              </a:prstGeom>
              <a:pattFill prst="ltHorz">
                <a:fgClr>
                  <a:schemeClr val="accent3">
                    <a:lumMod val="75000"/>
                  </a:schemeClr>
                </a:fgClr>
                <a:bgClr>
                  <a:schemeClr val="bg1"/>
                </a:bgClr>
              </a:pattFill>
              <a:ln w="3175">
                <a:solidFill>
                  <a:schemeClr val="accent1">
                    <a:shade val="15000"/>
                    <a:alpha val="31081"/>
                  </a:schemeClr>
                </a:solidFill>
              </a:ln>
              <a:effectLst>
                <a:outerShdw blurRad="50800" dist="38100" dir="4320000" algn="tl" rotWithShape="0">
                  <a:prstClr val="black">
                    <a:alpha val="26324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sp>
            <p:nvSpPr>
              <p:cNvPr id="76" name="矩形 75"/>
              <p:cNvSpPr/>
              <p:nvPr/>
            </p:nvSpPr>
            <p:spPr>
              <a:xfrm>
                <a:off x="3682394" y="2334752"/>
                <a:ext cx="25337" cy="1002887"/>
              </a:xfrm>
              <a:prstGeom prst="rect">
                <a:avLst/>
              </a:prstGeom>
              <a:pattFill prst="ltHorz">
                <a:fgClr>
                  <a:schemeClr val="accent3">
                    <a:lumMod val="75000"/>
                  </a:schemeClr>
                </a:fgClr>
                <a:bgClr>
                  <a:schemeClr val="bg1"/>
                </a:bgClr>
              </a:pattFill>
              <a:ln w="3175">
                <a:solidFill>
                  <a:schemeClr val="accent1">
                    <a:shade val="15000"/>
                    <a:alpha val="31000"/>
                  </a:schemeClr>
                </a:solidFill>
              </a:ln>
              <a:effectLst>
                <a:outerShdw blurRad="50800" dist="38100" dir="4320000" algn="tl" rotWithShape="0">
                  <a:prstClr val="black">
                    <a:alpha val="26324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sp>
            <p:nvSpPr>
              <p:cNvPr id="77" name="矩形 76"/>
              <p:cNvSpPr/>
              <p:nvPr/>
            </p:nvSpPr>
            <p:spPr>
              <a:xfrm>
                <a:off x="3653278" y="2390824"/>
                <a:ext cx="25337" cy="1002887"/>
              </a:xfrm>
              <a:prstGeom prst="rect">
                <a:avLst/>
              </a:prstGeom>
              <a:pattFill prst="ltHorz">
                <a:fgClr>
                  <a:schemeClr val="accent3">
                    <a:lumMod val="75000"/>
                  </a:schemeClr>
                </a:fgClr>
                <a:bgClr>
                  <a:schemeClr val="bg1"/>
                </a:bgClr>
              </a:pattFill>
              <a:ln w="3175">
                <a:solidFill>
                  <a:schemeClr val="accent1">
                    <a:shade val="15000"/>
                    <a:alpha val="34000"/>
                  </a:schemeClr>
                </a:solidFill>
              </a:ln>
              <a:effectLst>
                <a:outerShdw blurRad="50800" dist="38100" dir="4320000" algn="tl" rotWithShape="0">
                  <a:prstClr val="black">
                    <a:alpha val="26324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sp>
            <p:nvSpPr>
              <p:cNvPr id="80" name="矩形 79"/>
              <p:cNvSpPr/>
              <p:nvPr/>
            </p:nvSpPr>
            <p:spPr>
              <a:xfrm>
                <a:off x="3624162" y="2446896"/>
                <a:ext cx="25337" cy="1002887"/>
              </a:xfrm>
              <a:prstGeom prst="rect">
                <a:avLst/>
              </a:prstGeom>
              <a:pattFill prst="ltHorz">
                <a:fgClr>
                  <a:schemeClr val="accent3">
                    <a:lumMod val="75000"/>
                  </a:schemeClr>
                </a:fgClr>
                <a:bgClr>
                  <a:schemeClr val="bg1"/>
                </a:bgClr>
              </a:pattFill>
              <a:ln w="3175">
                <a:solidFill>
                  <a:schemeClr val="accent1">
                    <a:shade val="15000"/>
                    <a:alpha val="31081"/>
                  </a:schemeClr>
                </a:solidFill>
              </a:ln>
              <a:effectLst>
                <a:outerShdw blurRad="50800" dist="38100" dir="4320000" algn="tl" rotWithShape="0">
                  <a:prstClr val="black">
                    <a:alpha val="26324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sp>
            <p:nvSpPr>
              <p:cNvPr id="81" name="矩形 80"/>
              <p:cNvSpPr/>
              <p:nvPr/>
            </p:nvSpPr>
            <p:spPr>
              <a:xfrm>
                <a:off x="3595046" y="2502968"/>
                <a:ext cx="25337" cy="1002887"/>
              </a:xfrm>
              <a:prstGeom prst="rect">
                <a:avLst/>
              </a:prstGeom>
              <a:pattFill prst="ltHorz">
                <a:fgClr>
                  <a:schemeClr val="accent3">
                    <a:lumMod val="75000"/>
                  </a:schemeClr>
                </a:fgClr>
                <a:bgClr>
                  <a:schemeClr val="bg1"/>
                </a:bgClr>
              </a:pattFill>
              <a:ln w="3175">
                <a:solidFill>
                  <a:schemeClr val="accent1">
                    <a:shade val="15000"/>
                    <a:alpha val="38000"/>
                  </a:schemeClr>
                </a:solidFill>
              </a:ln>
              <a:effectLst>
                <a:outerShdw blurRad="50800" dist="38100" dir="4320000" algn="tl" rotWithShape="0">
                  <a:prstClr val="black">
                    <a:alpha val="26324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sp>
            <p:nvSpPr>
              <p:cNvPr id="82" name="矩形 81"/>
              <p:cNvSpPr/>
              <p:nvPr/>
            </p:nvSpPr>
            <p:spPr>
              <a:xfrm>
                <a:off x="3565930" y="2559040"/>
                <a:ext cx="25337" cy="1002887"/>
              </a:xfrm>
              <a:prstGeom prst="rect">
                <a:avLst/>
              </a:prstGeom>
              <a:pattFill prst="ltHorz">
                <a:fgClr>
                  <a:schemeClr val="accent3">
                    <a:lumMod val="75000"/>
                  </a:schemeClr>
                </a:fgClr>
                <a:bgClr>
                  <a:schemeClr val="bg1"/>
                </a:bgClr>
              </a:pattFill>
              <a:ln w="3175">
                <a:solidFill>
                  <a:schemeClr val="accent1">
                    <a:shade val="15000"/>
                    <a:alpha val="24265"/>
                  </a:schemeClr>
                </a:solidFill>
              </a:ln>
              <a:effectLst>
                <a:outerShdw blurRad="50800" dist="38100" dir="4320000" algn="tl" rotWithShape="0">
                  <a:prstClr val="black">
                    <a:alpha val="26324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sp>
            <p:nvSpPr>
              <p:cNvPr id="86" name="矩形 85"/>
              <p:cNvSpPr/>
              <p:nvPr/>
            </p:nvSpPr>
            <p:spPr>
              <a:xfrm>
                <a:off x="3536814" y="2615112"/>
                <a:ext cx="25337" cy="1002887"/>
              </a:xfrm>
              <a:prstGeom prst="rect">
                <a:avLst/>
              </a:prstGeom>
              <a:pattFill prst="ltHorz">
                <a:fgClr>
                  <a:schemeClr val="accent3">
                    <a:lumMod val="75000"/>
                  </a:schemeClr>
                </a:fgClr>
                <a:bgClr>
                  <a:schemeClr val="bg1"/>
                </a:bgClr>
              </a:pattFill>
              <a:ln w="3175">
                <a:solidFill>
                  <a:schemeClr val="tx1">
                    <a:alpha val="31000"/>
                  </a:schemeClr>
                </a:solidFill>
              </a:ln>
              <a:effectLst>
                <a:outerShdw blurRad="50800" dist="38100" dir="4320000" algn="tl" rotWithShape="0">
                  <a:prstClr val="black">
                    <a:alpha val="26324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sp>
            <p:nvSpPr>
              <p:cNvPr id="87" name="矩形 86"/>
              <p:cNvSpPr/>
              <p:nvPr/>
            </p:nvSpPr>
            <p:spPr>
              <a:xfrm>
                <a:off x="3507698" y="2671184"/>
                <a:ext cx="25337" cy="1002887"/>
              </a:xfrm>
              <a:prstGeom prst="rect">
                <a:avLst/>
              </a:prstGeom>
              <a:pattFill prst="ltHorz">
                <a:fgClr>
                  <a:schemeClr val="accent3">
                    <a:lumMod val="75000"/>
                  </a:schemeClr>
                </a:fgClr>
                <a:bgClr>
                  <a:schemeClr val="bg1"/>
                </a:bgClr>
              </a:pattFill>
              <a:ln w="3175">
                <a:solidFill>
                  <a:schemeClr val="accent1">
                    <a:shade val="15000"/>
                    <a:alpha val="67484"/>
                  </a:schemeClr>
                </a:solidFill>
              </a:ln>
              <a:effectLst>
                <a:outerShdw blurRad="50800" dist="38100" dir="4320000" algn="tl" rotWithShape="0">
                  <a:prstClr val="black">
                    <a:alpha val="26324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sp>
            <p:nvSpPr>
              <p:cNvPr id="88" name="矩形 87"/>
              <p:cNvSpPr/>
              <p:nvPr/>
            </p:nvSpPr>
            <p:spPr>
              <a:xfrm>
                <a:off x="3478582" y="2727256"/>
                <a:ext cx="25337" cy="1002887"/>
              </a:xfrm>
              <a:prstGeom prst="rect">
                <a:avLst/>
              </a:prstGeom>
              <a:pattFill prst="ltHorz">
                <a:fgClr>
                  <a:schemeClr val="accent3">
                    <a:lumMod val="75000"/>
                  </a:schemeClr>
                </a:fgClr>
                <a:bgClr>
                  <a:schemeClr val="bg1"/>
                </a:bgClr>
              </a:pattFill>
              <a:ln w="3175">
                <a:solidFill>
                  <a:schemeClr val="accent1">
                    <a:shade val="15000"/>
                  </a:schemeClr>
                </a:solidFill>
              </a:ln>
              <a:effectLst>
                <a:outerShdw blurRad="50800" dist="38100" dir="4320000" algn="tl" rotWithShape="0">
                  <a:prstClr val="black">
                    <a:alpha val="26324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</p:grpSp>
        <p:sp>
          <p:nvSpPr>
            <p:cNvPr id="10" name="矩形 9"/>
            <p:cNvSpPr/>
            <p:nvPr/>
          </p:nvSpPr>
          <p:spPr>
            <a:xfrm>
              <a:off x="897" y="2696"/>
              <a:ext cx="8412" cy="593"/>
            </a:xfrm>
            <a:prstGeom prst="rect">
              <a:avLst/>
            </a:prstGeom>
            <a:solidFill>
              <a:schemeClr val="accent6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6">
                <a:shade val="15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sz="12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Global Memory</a:t>
              </a:r>
              <a:endParaRPr kumimoji="1" lang="zh-CN" altLang="en-US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4" name="直线箭头连接符 3"/>
            <p:cNvCxnSpPr/>
            <p:nvPr/>
          </p:nvCxnSpPr>
          <p:spPr>
            <a:xfrm>
              <a:off x="1494" y="3289"/>
              <a:ext cx="0" cy="2032"/>
            </a:xfrm>
            <a:prstGeom prst="straightConnector1">
              <a:avLst/>
            </a:prstGeom>
            <a:ln w="9525">
              <a:solidFill>
                <a:schemeClr val="tx1">
                  <a:lumMod val="75000"/>
                  <a:lumOff val="25000"/>
                </a:schemeClr>
              </a:solidFill>
              <a:tailEnd type="stealth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直线箭头连接符 6"/>
            <p:cNvCxnSpPr/>
            <p:nvPr/>
          </p:nvCxnSpPr>
          <p:spPr>
            <a:xfrm>
              <a:off x="1640" y="3289"/>
              <a:ext cx="0" cy="1896"/>
            </a:xfrm>
            <a:prstGeom prst="straightConnector1">
              <a:avLst/>
            </a:prstGeom>
            <a:ln w="9525">
              <a:solidFill>
                <a:schemeClr val="tx1">
                  <a:lumMod val="75000"/>
                  <a:lumOff val="25000"/>
                </a:schemeClr>
              </a:solidFill>
              <a:tailEnd type="stealth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直线箭头连接符 8"/>
            <p:cNvCxnSpPr/>
            <p:nvPr/>
          </p:nvCxnSpPr>
          <p:spPr>
            <a:xfrm>
              <a:off x="1785" y="3289"/>
              <a:ext cx="0" cy="1752"/>
            </a:xfrm>
            <a:prstGeom prst="straightConnector1">
              <a:avLst/>
            </a:prstGeom>
            <a:ln w="9525">
              <a:solidFill>
                <a:schemeClr val="tx1">
                  <a:lumMod val="75000"/>
                  <a:lumOff val="25000"/>
                </a:schemeClr>
              </a:solidFill>
              <a:tailEnd type="stealth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直线箭头连接符 12"/>
            <p:cNvCxnSpPr/>
            <p:nvPr/>
          </p:nvCxnSpPr>
          <p:spPr>
            <a:xfrm>
              <a:off x="1931" y="3289"/>
              <a:ext cx="0" cy="1609"/>
            </a:xfrm>
            <a:prstGeom prst="straightConnector1">
              <a:avLst/>
            </a:prstGeom>
            <a:ln w="9525">
              <a:solidFill>
                <a:schemeClr val="tx1">
                  <a:lumMod val="75000"/>
                  <a:lumOff val="25000"/>
                </a:schemeClr>
              </a:solidFill>
              <a:tailEnd type="stealth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直线箭头连接符 15"/>
            <p:cNvCxnSpPr/>
            <p:nvPr/>
          </p:nvCxnSpPr>
          <p:spPr>
            <a:xfrm>
              <a:off x="2076" y="3289"/>
              <a:ext cx="2" cy="1420"/>
            </a:xfrm>
            <a:prstGeom prst="straightConnector1">
              <a:avLst/>
            </a:prstGeom>
            <a:ln w="9525">
              <a:solidFill>
                <a:schemeClr val="tx1">
                  <a:lumMod val="75000"/>
                  <a:lumOff val="25000"/>
                </a:schemeClr>
              </a:solidFill>
              <a:tailEnd type="stealth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直线箭头连接符 21"/>
            <p:cNvCxnSpPr/>
            <p:nvPr/>
          </p:nvCxnSpPr>
          <p:spPr>
            <a:xfrm>
              <a:off x="2223" y="3289"/>
              <a:ext cx="0" cy="1265"/>
            </a:xfrm>
            <a:prstGeom prst="straightConnector1">
              <a:avLst/>
            </a:prstGeom>
            <a:ln w="9525">
              <a:solidFill>
                <a:schemeClr val="tx1">
                  <a:lumMod val="75000"/>
                  <a:lumOff val="25000"/>
                </a:schemeClr>
              </a:solidFill>
              <a:tailEnd type="stealth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直线箭头连接符 23"/>
            <p:cNvCxnSpPr/>
            <p:nvPr/>
          </p:nvCxnSpPr>
          <p:spPr>
            <a:xfrm>
              <a:off x="2369" y="3289"/>
              <a:ext cx="0" cy="1096"/>
            </a:xfrm>
            <a:prstGeom prst="straightConnector1">
              <a:avLst/>
            </a:prstGeom>
            <a:ln w="9525">
              <a:solidFill>
                <a:schemeClr val="tx1">
                  <a:lumMod val="75000"/>
                  <a:lumOff val="25000"/>
                </a:schemeClr>
              </a:solidFill>
              <a:tailEnd type="stealth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直线箭头连接符 26"/>
            <p:cNvCxnSpPr/>
            <p:nvPr/>
          </p:nvCxnSpPr>
          <p:spPr>
            <a:xfrm>
              <a:off x="2514" y="3289"/>
              <a:ext cx="0" cy="943"/>
            </a:xfrm>
            <a:prstGeom prst="straightConnector1">
              <a:avLst/>
            </a:prstGeom>
            <a:ln w="9525">
              <a:solidFill>
                <a:schemeClr val="tx1">
                  <a:lumMod val="75000"/>
                  <a:lumOff val="25000"/>
                </a:schemeClr>
              </a:solidFill>
              <a:tailEnd type="stealth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直线箭头连接符 41"/>
            <p:cNvCxnSpPr/>
            <p:nvPr/>
          </p:nvCxnSpPr>
          <p:spPr>
            <a:xfrm>
              <a:off x="2660" y="3289"/>
              <a:ext cx="0" cy="811"/>
            </a:xfrm>
            <a:prstGeom prst="straightConnector1">
              <a:avLst/>
            </a:prstGeom>
            <a:ln w="9525">
              <a:solidFill>
                <a:schemeClr val="tx1">
                  <a:lumMod val="75000"/>
                  <a:lumOff val="25000"/>
                </a:schemeClr>
              </a:solidFill>
              <a:tailEnd type="stealth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42" name="组合 141"/>
            <p:cNvGrpSpPr/>
            <p:nvPr/>
          </p:nvGrpSpPr>
          <p:grpSpPr>
            <a:xfrm>
              <a:off x="6228" y="3282"/>
              <a:ext cx="2788" cy="2040"/>
              <a:chOff x="2653419" y="1940958"/>
              <a:chExt cx="1089769" cy="797459"/>
            </a:xfrm>
          </p:grpSpPr>
          <p:cxnSp>
            <p:nvCxnSpPr>
              <p:cNvPr id="46" name="直线箭头连接符 45"/>
              <p:cNvCxnSpPr/>
              <p:nvPr/>
            </p:nvCxnSpPr>
            <p:spPr>
              <a:xfrm>
                <a:off x="2653419" y="1940958"/>
                <a:ext cx="0" cy="794210"/>
              </a:xfrm>
              <a:prstGeom prst="straightConnector1">
                <a:avLst/>
              </a:prstGeom>
              <a:ln w="9525">
                <a:solidFill>
                  <a:schemeClr val="tx1">
                    <a:lumMod val="75000"/>
                    <a:lumOff val="25000"/>
                  </a:schemeClr>
                </a:solidFill>
                <a:tailEnd type="stealth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7" name="直线箭头连接符 46"/>
              <p:cNvCxnSpPr/>
              <p:nvPr/>
            </p:nvCxnSpPr>
            <p:spPr>
              <a:xfrm>
                <a:off x="2682120" y="1940958"/>
                <a:ext cx="0" cy="741059"/>
              </a:xfrm>
              <a:prstGeom prst="straightConnector1">
                <a:avLst/>
              </a:prstGeom>
              <a:ln w="9525">
                <a:solidFill>
                  <a:schemeClr val="tx1">
                    <a:lumMod val="75000"/>
                    <a:lumOff val="25000"/>
                  </a:schemeClr>
                </a:solidFill>
                <a:tailEnd type="stealth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" name="直线箭头连接符 47"/>
              <p:cNvCxnSpPr/>
              <p:nvPr/>
            </p:nvCxnSpPr>
            <p:spPr>
              <a:xfrm>
                <a:off x="2710821" y="1940958"/>
                <a:ext cx="0" cy="684987"/>
              </a:xfrm>
              <a:prstGeom prst="straightConnector1">
                <a:avLst/>
              </a:prstGeom>
              <a:ln w="9525">
                <a:solidFill>
                  <a:schemeClr val="tx1">
                    <a:lumMod val="75000"/>
                    <a:lumOff val="25000"/>
                  </a:schemeClr>
                </a:solidFill>
                <a:tailEnd type="stealth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" name="直线箭头连接符 48"/>
              <p:cNvCxnSpPr/>
              <p:nvPr/>
            </p:nvCxnSpPr>
            <p:spPr>
              <a:xfrm>
                <a:off x="2739522" y="1940958"/>
                <a:ext cx="0" cy="628915"/>
              </a:xfrm>
              <a:prstGeom prst="straightConnector1">
                <a:avLst/>
              </a:prstGeom>
              <a:ln w="9525">
                <a:solidFill>
                  <a:schemeClr val="tx1">
                    <a:lumMod val="75000"/>
                    <a:lumOff val="25000"/>
                  </a:schemeClr>
                </a:solidFill>
                <a:tailEnd type="stealth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" name="直线箭头连接符 49"/>
              <p:cNvCxnSpPr>
                <a:endCxn id="35" idx="0"/>
              </p:cNvCxnSpPr>
              <p:nvPr/>
            </p:nvCxnSpPr>
            <p:spPr>
              <a:xfrm>
                <a:off x="2768223" y="1940958"/>
                <a:ext cx="1129" cy="575883"/>
              </a:xfrm>
              <a:prstGeom prst="straightConnector1">
                <a:avLst/>
              </a:prstGeom>
              <a:ln w="9525">
                <a:solidFill>
                  <a:schemeClr val="tx1">
                    <a:lumMod val="75000"/>
                    <a:lumOff val="25000"/>
                  </a:schemeClr>
                </a:solidFill>
                <a:tailEnd type="stealth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7" name="直线箭头连接符 56"/>
              <p:cNvCxnSpPr>
                <a:endCxn id="31" idx="0"/>
              </p:cNvCxnSpPr>
              <p:nvPr/>
            </p:nvCxnSpPr>
            <p:spPr>
              <a:xfrm>
                <a:off x="2797578" y="1940958"/>
                <a:ext cx="890" cy="519811"/>
              </a:xfrm>
              <a:prstGeom prst="straightConnector1">
                <a:avLst/>
              </a:prstGeom>
              <a:ln w="9525">
                <a:solidFill>
                  <a:schemeClr val="tx1">
                    <a:lumMod val="75000"/>
                    <a:lumOff val="25000"/>
                  </a:schemeClr>
                </a:solidFill>
                <a:tailEnd type="stealth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0" name="直线箭头连接符 59"/>
              <p:cNvCxnSpPr>
                <a:endCxn id="39" idx="0"/>
              </p:cNvCxnSpPr>
              <p:nvPr/>
            </p:nvCxnSpPr>
            <p:spPr>
              <a:xfrm>
                <a:off x="2826279" y="1940958"/>
                <a:ext cx="1305" cy="463739"/>
              </a:xfrm>
              <a:prstGeom prst="straightConnector1">
                <a:avLst/>
              </a:prstGeom>
              <a:ln w="9525">
                <a:solidFill>
                  <a:schemeClr val="tx1">
                    <a:lumMod val="75000"/>
                    <a:lumOff val="25000"/>
                  </a:schemeClr>
                </a:solidFill>
                <a:tailEnd type="stealth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4" name="直线箭头连接符 63"/>
              <p:cNvCxnSpPr>
                <a:endCxn id="38" idx="0"/>
              </p:cNvCxnSpPr>
              <p:nvPr/>
            </p:nvCxnSpPr>
            <p:spPr>
              <a:xfrm>
                <a:off x="2854980" y="1940958"/>
                <a:ext cx="1720" cy="407667"/>
              </a:xfrm>
              <a:prstGeom prst="straightConnector1">
                <a:avLst/>
              </a:prstGeom>
              <a:ln w="9525">
                <a:solidFill>
                  <a:schemeClr val="tx1">
                    <a:lumMod val="75000"/>
                    <a:lumOff val="25000"/>
                  </a:schemeClr>
                </a:solidFill>
                <a:tailEnd type="stealth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1" name="直线箭头连接符 70"/>
              <p:cNvCxnSpPr>
                <a:endCxn id="37" idx="0"/>
              </p:cNvCxnSpPr>
              <p:nvPr/>
            </p:nvCxnSpPr>
            <p:spPr>
              <a:xfrm>
                <a:off x="2883678" y="1940958"/>
                <a:ext cx="2139" cy="337102"/>
              </a:xfrm>
              <a:prstGeom prst="straightConnector1">
                <a:avLst/>
              </a:prstGeom>
              <a:ln w="9525">
                <a:solidFill>
                  <a:schemeClr val="tx1">
                    <a:lumMod val="75000"/>
                    <a:lumOff val="25000"/>
                  </a:schemeClr>
                </a:solidFill>
                <a:tailEnd type="stealth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103" name="组合 102"/>
              <p:cNvGrpSpPr/>
              <p:nvPr/>
            </p:nvGrpSpPr>
            <p:grpSpPr>
              <a:xfrm>
                <a:off x="3509381" y="1944207"/>
                <a:ext cx="233807" cy="794210"/>
                <a:chOff x="2805819" y="2087008"/>
                <a:chExt cx="233807" cy="794210"/>
              </a:xfrm>
            </p:grpSpPr>
            <p:cxnSp>
              <p:nvCxnSpPr>
                <p:cNvPr id="73" name="直线箭头连接符 72"/>
                <p:cNvCxnSpPr/>
                <p:nvPr/>
              </p:nvCxnSpPr>
              <p:spPr>
                <a:xfrm>
                  <a:off x="2805819" y="2087008"/>
                  <a:ext cx="0" cy="794210"/>
                </a:xfrm>
                <a:prstGeom prst="straightConnector1">
                  <a:avLst/>
                </a:prstGeom>
                <a:ln w="9525">
                  <a:solidFill>
                    <a:schemeClr val="tx1">
                      <a:lumMod val="75000"/>
                      <a:lumOff val="25000"/>
                    </a:schemeClr>
                  </a:solidFill>
                  <a:headEnd type="stealth" w="sm" len="sm"/>
                  <a:tailEnd type="none" w="sm" len="sm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78" name="直线箭头连接符 77"/>
                <p:cNvCxnSpPr/>
                <p:nvPr/>
              </p:nvCxnSpPr>
              <p:spPr>
                <a:xfrm>
                  <a:off x="2834520" y="2087008"/>
                  <a:ext cx="0" cy="741059"/>
                </a:xfrm>
                <a:prstGeom prst="straightConnector1">
                  <a:avLst/>
                </a:prstGeom>
                <a:ln w="9525">
                  <a:solidFill>
                    <a:schemeClr val="tx1">
                      <a:lumMod val="75000"/>
                      <a:lumOff val="25000"/>
                    </a:schemeClr>
                  </a:solidFill>
                  <a:headEnd type="stealth" w="sm" len="sm"/>
                  <a:tailEnd type="none" w="sm" len="sm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79" name="直线箭头连接符 78"/>
                <p:cNvCxnSpPr/>
                <p:nvPr/>
              </p:nvCxnSpPr>
              <p:spPr>
                <a:xfrm>
                  <a:off x="2863221" y="2087008"/>
                  <a:ext cx="0" cy="684987"/>
                </a:xfrm>
                <a:prstGeom prst="straightConnector1">
                  <a:avLst/>
                </a:prstGeom>
                <a:ln w="9525">
                  <a:solidFill>
                    <a:schemeClr val="tx1">
                      <a:lumMod val="75000"/>
                      <a:lumOff val="25000"/>
                    </a:schemeClr>
                  </a:solidFill>
                  <a:headEnd type="stealth" w="sm" len="sm"/>
                  <a:tailEnd type="none" w="sm" len="sm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83" name="直线箭头连接符 82"/>
                <p:cNvCxnSpPr/>
                <p:nvPr/>
              </p:nvCxnSpPr>
              <p:spPr>
                <a:xfrm>
                  <a:off x="2891922" y="2087008"/>
                  <a:ext cx="0" cy="628915"/>
                </a:xfrm>
                <a:prstGeom prst="straightConnector1">
                  <a:avLst/>
                </a:prstGeom>
                <a:ln w="9525">
                  <a:solidFill>
                    <a:schemeClr val="tx1">
                      <a:lumMod val="75000"/>
                      <a:lumOff val="25000"/>
                    </a:schemeClr>
                  </a:solidFill>
                  <a:headEnd type="stealth" w="sm" len="sm"/>
                  <a:tailEnd type="none" w="sm" len="sm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84" name="直线箭头连接符 83"/>
                <p:cNvCxnSpPr>
                  <a:endCxn id="81" idx="0"/>
                </p:cNvCxnSpPr>
                <p:nvPr/>
              </p:nvCxnSpPr>
              <p:spPr>
                <a:xfrm>
                  <a:off x="2920623" y="2087008"/>
                  <a:ext cx="2538" cy="572634"/>
                </a:xfrm>
                <a:prstGeom prst="straightConnector1">
                  <a:avLst/>
                </a:prstGeom>
                <a:ln w="9525">
                  <a:solidFill>
                    <a:schemeClr val="tx1">
                      <a:lumMod val="75000"/>
                      <a:lumOff val="25000"/>
                    </a:schemeClr>
                  </a:solidFill>
                  <a:headEnd type="stealth" w="sm" len="sm"/>
                  <a:tailEnd type="none" w="sm" len="sm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85" name="直线箭头连接符 84"/>
                <p:cNvCxnSpPr>
                  <a:endCxn id="80" idx="0"/>
                </p:cNvCxnSpPr>
                <p:nvPr/>
              </p:nvCxnSpPr>
              <p:spPr>
                <a:xfrm>
                  <a:off x="2949978" y="2087008"/>
                  <a:ext cx="2299" cy="516562"/>
                </a:xfrm>
                <a:prstGeom prst="straightConnector1">
                  <a:avLst/>
                </a:prstGeom>
                <a:ln w="9525">
                  <a:solidFill>
                    <a:schemeClr val="tx1">
                      <a:lumMod val="75000"/>
                      <a:lumOff val="25000"/>
                    </a:schemeClr>
                  </a:solidFill>
                  <a:headEnd type="stealth" w="sm" len="sm"/>
                  <a:tailEnd type="none" w="sm" len="sm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90" name="直线箭头连接符 89"/>
                <p:cNvCxnSpPr>
                  <a:endCxn id="77" idx="0"/>
                </p:cNvCxnSpPr>
                <p:nvPr/>
              </p:nvCxnSpPr>
              <p:spPr>
                <a:xfrm>
                  <a:off x="2978679" y="2087008"/>
                  <a:ext cx="2714" cy="460490"/>
                </a:xfrm>
                <a:prstGeom prst="straightConnector1">
                  <a:avLst/>
                </a:prstGeom>
                <a:ln w="9525">
                  <a:solidFill>
                    <a:schemeClr val="tx1">
                      <a:lumMod val="75000"/>
                      <a:lumOff val="25000"/>
                    </a:schemeClr>
                  </a:solidFill>
                  <a:headEnd type="stealth" w="sm" len="sm"/>
                  <a:tailEnd type="none" w="sm" len="sm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99" name="直线箭头连接符 98"/>
                <p:cNvCxnSpPr>
                  <a:endCxn id="76" idx="0"/>
                </p:cNvCxnSpPr>
                <p:nvPr/>
              </p:nvCxnSpPr>
              <p:spPr>
                <a:xfrm>
                  <a:off x="3007380" y="2087008"/>
                  <a:ext cx="3129" cy="404418"/>
                </a:xfrm>
                <a:prstGeom prst="straightConnector1">
                  <a:avLst/>
                </a:prstGeom>
                <a:ln w="9525">
                  <a:solidFill>
                    <a:schemeClr val="tx1">
                      <a:lumMod val="75000"/>
                      <a:lumOff val="25000"/>
                    </a:schemeClr>
                  </a:solidFill>
                  <a:headEnd type="stealth" w="sm" len="sm"/>
                  <a:tailEnd type="none" w="sm" len="sm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00" name="直线箭头连接符 99"/>
                <p:cNvCxnSpPr>
                  <a:endCxn id="75" idx="0"/>
                </p:cNvCxnSpPr>
                <p:nvPr/>
              </p:nvCxnSpPr>
              <p:spPr>
                <a:xfrm>
                  <a:off x="3036078" y="2087008"/>
                  <a:ext cx="3548" cy="333853"/>
                </a:xfrm>
                <a:prstGeom prst="straightConnector1">
                  <a:avLst/>
                </a:prstGeom>
                <a:ln w="9525">
                  <a:solidFill>
                    <a:schemeClr val="tx1">
                      <a:lumMod val="75000"/>
                      <a:lumOff val="25000"/>
                    </a:schemeClr>
                  </a:solidFill>
                  <a:headEnd type="stealth" w="sm" len="sm"/>
                  <a:tailEnd type="none" w="sm" len="sm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</p:grpSp>
      <p:grpSp>
        <p:nvGrpSpPr>
          <p:cNvPr id="12" name="组合 11"/>
          <p:cNvGrpSpPr/>
          <p:nvPr/>
        </p:nvGrpSpPr>
        <p:grpSpPr>
          <a:xfrm>
            <a:off x="6532245" y="1711960"/>
            <a:ext cx="5341620" cy="4097020"/>
            <a:chOff x="10287" y="2696"/>
            <a:chExt cx="8412" cy="6452"/>
          </a:xfrm>
        </p:grpSpPr>
        <p:sp>
          <p:nvSpPr>
            <p:cNvPr id="111" name="圆角矩形 110"/>
            <p:cNvSpPr/>
            <p:nvPr/>
          </p:nvSpPr>
          <p:spPr>
            <a:xfrm>
              <a:off x="10332" y="3880"/>
              <a:ext cx="8326" cy="4701"/>
            </a:xfrm>
            <a:prstGeom prst="roundRect">
              <a:avLst>
                <a:gd name="adj" fmla="val 2783"/>
              </a:avLst>
            </a:prstGeom>
            <a:solidFill>
              <a:schemeClr val="accent6">
                <a:lumMod val="40000"/>
                <a:lumOff val="60000"/>
                <a:alpha val="24000"/>
              </a:schemeClr>
            </a:solidFill>
            <a:ln>
              <a:noFill/>
            </a:ln>
          </p:spPr>
          <p:style>
            <a:lnRef idx="2">
              <a:schemeClr val="accent6">
                <a:shade val="15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050" b="1" dirty="0">
                <a:solidFill>
                  <a:schemeClr val="bg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75" name="矩形 174"/>
            <p:cNvSpPr/>
            <p:nvPr/>
          </p:nvSpPr>
          <p:spPr>
            <a:xfrm>
              <a:off x="11819" y="4100"/>
              <a:ext cx="2463" cy="2566"/>
            </a:xfrm>
            <a:prstGeom prst="rect">
              <a:avLst/>
            </a:prstGeom>
            <a:pattFill prst="smGrid">
              <a:fgClr>
                <a:schemeClr val="accent6">
                  <a:lumMod val="60000"/>
                  <a:lumOff val="40000"/>
                </a:schemeClr>
              </a:fgClr>
              <a:bgClr>
                <a:schemeClr val="bg1">
                  <a:lumMod val="95000"/>
                </a:schemeClr>
              </a:bgClr>
            </a:pattFill>
            <a:ln w="9525">
              <a:solidFill>
                <a:schemeClr val="tx1">
                  <a:lumMod val="85000"/>
                  <a:lumOff val="15000"/>
                </a:schemeClr>
              </a:solidFill>
              <a:prstDash val="sysDot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76" name="矩形 175"/>
            <p:cNvSpPr/>
            <p:nvPr/>
          </p:nvSpPr>
          <p:spPr>
            <a:xfrm>
              <a:off x="11698" y="4232"/>
              <a:ext cx="2463" cy="2566"/>
            </a:xfrm>
            <a:prstGeom prst="rect">
              <a:avLst/>
            </a:prstGeom>
            <a:pattFill prst="smGrid">
              <a:fgClr>
                <a:schemeClr val="accent6">
                  <a:lumMod val="60000"/>
                  <a:lumOff val="40000"/>
                </a:schemeClr>
              </a:fgClr>
              <a:bgClr>
                <a:schemeClr val="bg1">
                  <a:lumMod val="95000"/>
                </a:schemeClr>
              </a:bgClr>
            </a:pattFill>
            <a:ln w="9525">
              <a:solidFill>
                <a:schemeClr val="tx1">
                  <a:lumMod val="85000"/>
                  <a:lumOff val="15000"/>
                </a:schemeClr>
              </a:solidFill>
              <a:prstDash val="sysDot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77" name="矩形 176"/>
            <p:cNvSpPr/>
            <p:nvPr/>
          </p:nvSpPr>
          <p:spPr>
            <a:xfrm>
              <a:off x="11552" y="4385"/>
              <a:ext cx="2463" cy="2566"/>
            </a:xfrm>
            <a:prstGeom prst="rect">
              <a:avLst/>
            </a:prstGeom>
            <a:pattFill prst="smGrid">
              <a:fgClr>
                <a:schemeClr val="accent6">
                  <a:lumMod val="60000"/>
                  <a:lumOff val="40000"/>
                </a:schemeClr>
              </a:fgClr>
              <a:bgClr>
                <a:schemeClr val="bg1">
                  <a:lumMod val="95000"/>
                </a:schemeClr>
              </a:bgClr>
            </a:pattFill>
            <a:ln w="9525">
              <a:solidFill>
                <a:schemeClr val="tx1">
                  <a:lumMod val="85000"/>
                  <a:lumOff val="15000"/>
                </a:schemeClr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78" name="矩形 177"/>
            <p:cNvSpPr/>
            <p:nvPr/>
          </p:nvSpPr>
          <p:spPr>
            <a:xfrm>
              <a:off x="11406" y="4555"/>
              <a:ext cx="2463" cy="2566"/>
            </a:xfrm>
            <a:prstGeom prst="rect">
              <a:avLst/>
            </a:prstGeom>
            <a:pattFill prst="smGrid">
              <a:fgClr>
                <a:srgbClr val="0070C0"/>
              </a:fgClr>
              <a:bgClr>
                <a:schemeClr val="bg1">
                  <a:lumMod val="95000"/>
                </a:schemeClr>
              </a:bgClr>
            </a:pattFill>
            <a:ln w="9525">
              <a:solidFill>
                <a:schemeClr val="tx1">
                  <a:lumMod val="85000"/>
                  <a:lumOff val="15000"/>
                </a:schemeClr>
              </a:solidFill>
              <a:prstDash val="sysDot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79" name="矩形 178"/>
            <p:cNvSpPr/>
            <p:nvPr/>
          </p:nvSpPr>
          <p:spPr>
            <a:xfrm>
              <a:off x="11256" y="4709"/>
              <a:ext cx="2463" cy="2566"/>
            </a:xfrm>
            <a:prstGeom prst="rect">
              <a:avLst/>
            </a:prstGeom>
            <a:pattFill prst="smGrid">
              <a:fgClr>
                <a:srgbClr val="0070C0"/>
              </a:fgClr>
              <a:bgClr>
                <a:schemeClr val="bg1">
                  <a:lumMod val="95000"/>
                </a:schemeClr>
              </a:bgClr>
            </a:pattFill>
            <a:ln w="9525">
              <a:solidFill>
                <a:schemeClr val="tx1">
                  <a:lumMod val="85000"/>
                  <a:lumOff val="15000"/>
                </a:schemeClr>
              </a:solidFill>
              <a:prstDash val="sysDot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80" name="矩形 179"/>
            <p:cNvSpPr/>
            <p:nvPr/>
          </p:nvSpPr>
          <p:spPr>
            <a:xfrm>
              <a:off x="11112" y="4872"/>
              <a:ext cx="2463" cy="2566"/>
            </a:xfrm>
            <a:prstGeom prst="rect">
              <a:avLst/>
            </a:prstGeom>
            <a:pattFill prst="smGrid">
              <a:fgClr>
                <a:srgbClr val="0070C0"/>
              </a:fgClr>
              <a:bgClr>
                <a:schemeClr val="bg1">
                  <a:lumMod val="95000"/>
                </a:schemeClr>
              </a:bgClr>
            </a:pattFill>
            <a:ln w="9525">
              <a:solidFill>
                <a:schemeClr val="tx1">
                  <a:lumMod val="85000"/>
                  <a:lumOff val="15000"/>
                </a:schemeClr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81" name="矩形 180"/>
            <p:cNvSpPr/>
            <p:nvPr/>
          </p:nvSpPr>
          <p:spPr>
            <a:xfrm>
              <a:off x="10568" y="8042"/>
              <a:ext cx="8016" cy="35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6">
                <a:shade val="15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sz="105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On-chip computation</a:t>
              </a:r>
              <a:endParaRPr kumimoji="1" lang="zh-CN" altLang="en-US" sz="105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82" name="矩形 181"/>
            <p:cNvSpPr/>
            <p:nvPr/>
          </p:nvSpPr>
          <p:spPr>
            <a:xfrm>
              <a:off x="10964" y="5007"/>
              <a:ext cx="2463" cy="2566"/>
            </a:xfrm>
            <a:prstGeom prst="rect">
              <a:avLst/>
            </a:prstGeom>
            <a:pattFill prst="smGrid">
              <a:fgClr>
                <a:srgbClr val="3FBCBB"/>
              </a:fgClr>
              <a:bgClr>
                <a:schemeClr val="bg1">
                  <a:lumMod val="95000"/>
                </a:schemeClr>
              </a:bgClr>
            </a:pattFill>
            <a:ln w="9525">
              <a:solidFill>
                <a:schemeClr val="tx1">
                  <a:lumMod val="85000"/>
                  <a:lumOff val="15000"/>
                </a:schemeClr>
              </a:solidFill>
              <a:prstDash val="sysDot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83" name="矩形 182"/>
            <p:cNvSpPr/>
            <p:nvPr/>
          </p:nvSpPr>
          <p:spPr>
            <a:xfrm>
              <a:off x="10821" y="5167"/>
              <a:ext cx="2463" cy="2566"/>
            </a:xfrm>
            <a:prstGeom prst="rect">
              <a:avLst/>
            </a:prstGeom>
            <a:pattFill prst="smGrid">
              <a:fgClr>
                <a:srgbClr val="3FBCBB"/>
              </a:fgClr>
              <a:bgClr>
                <a:schemeClr val="bg1">
                  <a:lumMod val="95000"/>
                </a:schemeClr>
              </a:bgClr>
            </a:pattFill>
            <a:ln w="9525">
              <a:solidFill>
                <a:schemeClr val="tx1">
                  <a:lumMod val="85000"/>
                  <a:lumOff val="15000"/>
                </a:schemeClr>
              </a:solidFill>
              <a:prstDash val="sysDot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84" name="矩形 183"/>
            <p:cNvSpPr/>
            <p:nvPr/>
          </p:nvSpPr>
          <p:spPr>
            <a:xfrm>
              <a:off x="10676" y="5321"/>
              <a:ext cx="2463" cy="2566"/>
            </a:xfrm>
            <a:prstGeom prst="rect">
              <a:avLst/>
            </a:prstGeom>
            <a:pattFill prst="smGrid">
              <a:fgClr>
                <a:srgbClr val="3FBCBB"/>
              </a:fgClr>
              <a:bgClr>
                <a:schemeClr val="bg1">
                  <a:lumMod val="95000"/>
                </a:schemeClr>
              </a:bgClr>
            </a:pattFill>
            <a:ln w="9525">
              <a:solidFill>
                <a:schemeClr val="tx1">
                  <a:lumMod val="85000"/>
                  <a:lumOff val="15000"/>
                </a:schemeClr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grpSp>
          <p:nvGrpSpPr>
            <p:cNvPr id="185" name="组合 184"/>
            <p:cNvGrpSpPr/>
            <p:nvPr/>
          </p:nvGrpSpPr>
          <p:grpSpPr>
            <a:xfrm>
              <a:off x="15584" y="4144"/>
              <a:ext cx="661" cy="3750"/>
              <a:chOff x="3478582" y="2264187"/>
              <a:chExt cx="258266" cy="1465956"/>
            </a:xfrm>
          </p:grpSpPr>
          <p:sp>
            <p:nvSpPr>
              <p:cNvPr id="186" name="矩形 185"/>
              <p:cNvSpPr/>
              <p:nvPr/>
            </p:nvSpPr>
            <p:spPr>
              <a:xfrm>
                <a:off x="3711511" y="2264187"/>
                <a:ext cx="25337" cy="1002887"/>
              </a:xfrm>
              <a:prstGeom prst="rect">
                <a:avLst/>
              </a:prstGeom>
              <a:pattFill prst="ltHorz">
                <a:fgClr>
                  <a:schemeClr val="accent3">
                    <a:lumMod val="75000"/>
                  </a:schemeClr>
                </a:fgClr>
                <a:bgClr>
                  <a:schemeClr val="bg1"/>
                </a:bgClr>
              </a:pattFill>
              <a:ln w="3175">
                <a:solidFill>
                  <a:schemeClr val="accent1">
                    <a:shade val="15000"/>
                    <a:alpha val="31081"/>
                  </a:schemeClr>
                </a:solidFill>
              </a:ln>
              <a:effectLst>
                <a:outerShdw blurRad="50800" dist="38100" dir="4320000" algn="tl" rotWithShape="0">
                  <a:prstClr val="black">
                    <a:alpha val="26324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sp>
            <p:nvSpPr>
              <p:cNvPr id="187" name="矩形 186"/>
              <p:cNvSpPr/>
              <p:nvPr/>
            </p:nvSpPr>
            <p:spPr>
              <a:xfrm>
                <a:off x="3682394" y="2334752"/>
                <a:ext cx="25337" cy="1002887"/>
              </a:xfrm>
              <a:prstGeom prst="rect">
                <a:avLst/>
              </a:prstGeom>
              <a:pattFill prst="ltHorz">
                <a:fgClr>
                  <a:schemeClr val="accent3">
                    <a:lumMod val="75000"/>
                  </a:schemeClr>
                </a:fgClr>
                <a:bgClr>
                  <a:schemeClr val="bg1"/>
                </a:bgClr>
              </a:pattFill>
              <a:ln w="3175">
                <a:solidFill>
                  <a:schemeClr val="accent1">
                    <a:shade val="15000"/>
                    <a:alpha val="31000"/>
                  </a:schemeClr>
                </a:solidFill>
              </a:ln>
              <a:effectLst>
                <a:outerShdw blurRad="50800" dist="38100" dir="4320000" algn="tl" rotWithShape="0">
                  <a:prstClr val="black">
                    <a:alpha val="26324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sp>
            <p:nvSpPr>
              <p:cNvPr id="188" name="矩形 187"/>
              <p:cNvSpPr/>
              <p:nvPr/>
            </p:nvSpPr>
            <p:spPr>
              <a:xfrm>
                <a:off x="3653278" y="2390824"/>
                <a:ext cx="25337" cy="1002887"/>
              </a:xfrm>
              <a:prstGeom prst="rect">
                <a:avLst/>
              </a:prstGeom>
              <a:pattFill prst="ltHorz">
                <a:fgClr>
                  <a:schemeClr val="accent3">
                    <a:lumMod val="75000"/>
                  </a:schemeClr>
                </a:fgClr>
                <a:bgClr>
                  <a:schemeClr val="bg1"/>
                </a:bgClr>
              </a:pattFill>
              <a:ln w="3175">
                <a:solidFill>
                  <a:schemeClr val="accent1">
                    <a:shade val="15000"/>
                    <a:alpha val="34000"/>
                  </a:schemeClr>
                </a:solidFill>
              </a:ln>
              <a:effectLst>
                <a:outerShdw blurRad="50800" dist="38100" dir="4320000" algn="tl" rotWithShape="0">
                  <a:prstClr val="black">
                    <a:alpha val="26324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sp>
            <p:nvSpPr>
              <p:cNvPr id="189" name="矩形 188"/>
              <p:cNvSpPr/>
              <p:nvPr/>
            </p:nvSpPr>
            <p:spPr>
              <a:xfrm>
                <a:off x="3624162" y="2446896"/>
                <a:ext cx="25337" cy="1002887"/>
              </a:xfrm>
              <a:prstGeom prst="rect">
                <a:avLst/>
              </a:prstGeom>
              <a:pattFill prst="ltHorz">
                <a:fgClr>
                  <a:schemeClr val="accent3">
                    <a:lumMod val="75000"/>
                  </a:schemeClr>
                </a:fgClr>
                <a:bgClr>
                  <a:schemeClr val="bg1"/>
                </a:bgClr>
              </a:pattFill>
              <a:ln w="3175">
                <a:solidFill>
                  <a:schemeClr val="accent1">
                    <a:shade val="15000"/>
                    <a:alpha val="31081"/>
                  </a:schemeClr>
                </a:solidFill>
              </a:ln>
              <a:effectLst>
                <a:outerShdw blurRad="50800" dist="38100" dir="4320000" algn="tl" rotWithShape="0">
                  <a:prstClr val="black">
                    <a:alpha val="26324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sp>
            <p:nvSpPr>
              <p:cNvPr id="190" name="矩形 189"/>
              <p:cNvSpPr/>
              <p:nvPr/>
            </p:nvSpPr>
            <p:spPr>
              <a:xfrm>
                <a:off x="3595046" y="2502968"/>
                <a:ext cx="25337" cy="1002887"/>
              </a:xfrm>
              <a:prstGeom prst="rect">
                <a:avLst/>
              </a:prstGeom>
              <a:pattFill prst="ltHorz">
                <a:fgClr>
                  <a:schemeClr val="accent3">
                    <a:lumMod val="75000"/>
                  </a:schemeClr>
                </a:fgClr>
                <a:bgClr>
                  <a:schemeClr val="bg1"/>
                </a:bgClr>
              </a:pattFill>
              <a:ln w="3175">
                <a:solidFill>
                  <a:schemeClr val="accent1">
                    <a:shade val="15000"/>
                    <a:alpha val="38000"/>
                  </a:schemeClr>
                </a:solidFill>
              </a:ln>
              <a:effectLst>
                <a:outerShdw blurRad="50800" dist="38100" dir="4320000" algn="tl" rotWithShape="0">
                  <a:prstClr val="black">
                    <a:alpha val="26324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sp>
            <p:nvSpPr>
              <p:cNvPr id="191" name="矩形 190"/>
              <p:cNvSpPr/>
              <p:nvPr/>
            </p:nvSpPr>
            <p:spPr>
              <a:xfrm>
                <a:off x="3565930" y="2559040"/>
                <a:ext cx="25337" cy="1002887"/>
              </a:xfrm>
              <a:prstGeom prst="rect">
                <a:avLst/>
              </a:prstGeom>
              <a:pattFill prst="ltHorz">
                <a:fgClr>
                  <a:schemeClr val="accent3">
                    <a:lumMod val="75000"/>
                  </a:schemeClr>
                </a:fgClr>
                <a:bgClr>
                  <a:schemeClr val="bg1"/>
                </a:bgClr>
              </a:pattFill>
              <a:ln w="3175">
                <a:solidFill>
                  <a:schemeClr val="accent1">
                    <a:shade val="15000"/>
                    <a:alpha val="24265"/>
                  </a:schemeClr>
                </a:solidFill>
              </a:ln>
              <a:effectLst>
                <a:outerShdw blurRad="50800" dist="38100" dir="4320000" algn="tl" rotWithShape="0">
                  <a:prstClr val="black">
                    <a:alpha val="26324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sp>
            <p:nvSpPr>
              <p:cNvPr id="192" name="矩形 191"/>
              <p:cNvSpPr/>
              <p:nvPr/>
            </p:nvSpPr>
            <p:spPr>
              <a:xfrm>
                <a:off x="3536814" y="2615112"/>
                <a:ext cx="25337" cy="1002887"/>
              </a:xfrm>
              <a:prstGeom prst="rect">
                <a:avLst/>
              </a:prstGeom>
              <a:pattFill prst="ltHorz">
                <a:fgClr>
                  <a:schemeClr val="accent3">
                    <a:lumMod val="75000"/>
                  </a:schemeClr>
                </a:fgClr>
                <a:bgClr>
                  <a:schemeClr val="bg1"/>
                </a:bgClr>
              </a:pattFill>
              <a:ln w="3175">
                <a:solidFill>
                  <a:schemeClr val="tx1">
                    <a:alpha val="31000"/>
                  </a:schemeClr>
                </a:solidFill>
              </a:ln>
              <a:effectLst>
                <a:outerShdw blurRad="50800" dist="38100" dir="4320000" algn="tl" rotWithShape="0">
                  <a:prstClr val="black">
                    <a:alpha val="26324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sp>
            <p:nvSpPr>
              <p:cNvPr id="193" name="矩形 192"/>
              <p:cNvSpPr/>
              <p:nvPr/>
            </p:nvSpPr>
            <p:spPr>
              <a:xfrm>
                <a:off x="3507698" y="2671184"/>
                <a:ext cx="25337" cy="1002887"/>
              </a:xfrm>
              <a:prstGeom prst="rect">
                <a:avLst/>
              </a:prstGeom>
              <a:pattFill prst="ltHorz">
                <a:fgClr>
                  <a:schemeClr val="accent3">
                    <a:lumMod val="75000"/>
                  </a:schemeClr>
                </a:fgClr>
                <a:bgClr>
                  <a:schemeClr val="bg1"/>
                </a:bgClr>
              </a:pattFill>
              <a:ln w="3175">
                <a:solidFill>
                  <a:schemeClr val="accent1">
                    <a:shade val="15000"/>
                    <a:alpha val="67484"/>
                  </a:schemeClr>
                </a:solidFill>
              </a:ln>
              <a:effectLst>
                <a:outerShdw blurRad="50800" dist="38100" dir="4320000" algn="tl" rotWithShape="0">
                  <a:prstClr val="black">
                    <a:alpha val="26324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sp>
            <p:nvSpPr>
              <p:cNvPr id="194" name="矩形 193"/>
              <p:cNvSpPr/>
              <p:nvPr/>
            </p:nvSpPr>
            <p:spPr>
              <a:xfrm>
                <a:off x="3478582" y="2727256"/>
                <a:ext cx="25337" cy="1002887"/>
              </a:xfrm>
              <a:prstGeom prst="rect">
                <a:avLst/>
              </a:prstGeom>
              <a:pattFill prst="ltHorz">
                <a:fgClr>
                  <a:schemeClr val="accent3">
                    <a:lumMod val="75000"/>
                  </a:schemeClr>
                </a:fgClr>
                <a:bgClr>
                  <a:schemeClr val="bg1"/>
                </a:bgClr>
              </a:pattFill>
              <a:ln w="3175">
                <a:solidFill>
                  <a:schemeClr val="accent1">
                    <a:shade val="15000"/>
                  </a:schemeClr>
                </a:solidFill>
              </a:ln>
              <a:effectLst>
                <a:outerShdw blurRad="50800" dist="38100" dir="4320000" algn="tl" rotWithShape="0">
                  <a:prstClr val="black">
                    <a:alpha val="26324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</p:grpSp>
        <p:grpSp>
          <p:nvGrpSpPr>
            <p:cNvPr id="195" name="组合 194"/>
            <p:cNvGrpSpPr/>
            <p:nvPr/>
          </p:nvGrpSpPr>
          <p:grpSpPr>
            <a:xfrm>
              <a:off x="17777" y="4144"/>
              <a:ext cx="661" cy="3750"/>
              <a:chOff x="3478582" y="2264187"/>
              <a:chExt cx="258266" cy="1465956"/>
            </a:xfrm>
          </p:grpSpPr>
          <p:sp>
            <p:nvSpPr>
              <p:cNvPr id="196" name="矩形 195"/>
              <p:cNvSpPr/>
              <p:nvPr/>
            </p:nvSpPr>
            <p:spPr>
              <a:xfrm>
                <a:off x="3711511" y="2264187"/>
                <a:ext cx="25337" cy="1002887"/>
              </a:xfrm>
              <a:prstGeom prst="rect">
                <a:avLst/>
              </a:prstGeom>
              <a:pattFill prst="ltHorz">
                <a:fgClr>
                  <a:schemeClr val="accent3">
                    <a:lumMod val="75000"/>
                  </a:schemeClr>
                </a:fgClr>
                <a:bgClr>
                  <a:schemeClr val="bg1"/>
                </a:bgClr>
              </a:pattFill>
              <a:ln w="3175">
                <a:solidFill>
                  <a:schemeClr val="accent1">
                    <a:shade val="15000"/>
                    <a:alpha val="31081"/>
                  </a:schemeClr>
                </a:solidFill>
              </a:ln>
              <a:effectLst>
                <a:outerShdw blurRad="50800" dist="38100" dir="4320000" algn="tl" rotWithShape="0">
                  <a:prstClr val="black">
                    <a:alpha val="26324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sp>
            <p:nvSpPr>
              <p:cNvPr id="197" name="矩形 196"/>
              <p:cNvSpPr/>
              <p:nvPr/>
            </p:nvSpPr>
            <p:spPr>
              <a:xfrm>
                <a:off x="3682394" y="2334752"/>
                <a:ext cx="25337" cy="1002887"/>
              </a:xfrm>
              <a:prstGeom prst="rect">
                <a:avLst/>
              </a:prstGeom>
              <a:pattFill prst="ltHorz">
                <a:fgClr>
                  <a:schemeClr val="accent3">
                    <a:lumMod val="75000"/>
                  </a:schemeClr>
                </a:fgClr>
                <a:bgClr>
                  <a:schemeClr val="bg1"/>
                </a:bgClr>
              </a:pattFill>
              <a:ln w="3175">
                <a:solidFill>
                  <a:schemeClr val="accent1">
                    <a:shade val="15000"/>
                    <a:alpha val="31000"/>
                  </a:schemeClr>
                </a:solidFill>
              </a:ln>
              <a:effectLst>
                <a:outerShdw blurRad="50800" dist="38100" dir="4320000" algn="tl" rotWithShape="0">
                  <a:prstClr val="black">
                    <a:alpha val="26324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sp>
            <p:nvSpPr>
              <p:cNvPr id="198" name="矩形 197"/>
              <p:cNvSpPr/>
              <p:nvPr/>
            </p:nvSpPr>
            <p:spPr>
              <a:xfrm>
                <a:off x="3653278" y="2390824"/>
                <a:ext cx="25337" cy="1002887"/>
              </a:xfrm>
              <a:prstGeom prst="rect">
                <a:avLst/>
              </a:prstGeom>
              <a:pattFill prst="ltHorz">
                <a:fgClr>
                  <a:schemeClr val="accent3">
                    <a:lumMod val="75000"/>
                  </a:schemeClr>
                </a:fgClr>
                <a:bgClr>
                  <a:schemeClr val="bg1"/>
                </a:bgClr>
              </a:pattFill>
              <a:ln w="3175">
                <a:solidFill>
                  <a:schemeClr val="accent1">
                    <a:shade val="15000"/>
                    <a:alpha val="34000"/>
                  </a:schemeClr>
                </a:solidFill>
              </a:ln>
              <a:effectLst>
                <a:outerShdw blurRad="50800" dist="38100" dir="4320000" algn="tl" rotWithShape="0">
                  <a:prstClr val="black">
                    <a:alpha val="26324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sp>
            <p:nvSpPr>
              <p:cNvPr id="199" name="矩形 198"/>
              <p:cNvSpPr/>
              <p:nvPr/>
            </p:nvSpPr>
            <p:spPr>
              <a:xfrm>
                <a:off x="3624162" y="2446896"/>
                <a:ext cx="25337" cy="1002887"/>
              </a:xfrm>
              <a:prstGeom prst="rect">
                <a:avLst/>
              </a:prstGeom>
              <a:pattFill prst="ltHorz">
                <a:fgClr>
                  <a:schemeClr val="accent3">
                    <a:lumMod val="75000"/>
                  </a:schemeClr>
                </a:fgClr>
                <a:bgClr>
                  <a:schemeClr val="bg1"/>
                </a:bgClr>
              </a:pattFill>
              <a:ln w="3175">
                <a:solidFill>
                  <a:schemeClr val="accent1">
                    <a:shade val="15000"/>
                    <a:alpha val="31081"/>
                  </a:schemeClr>
                </a:solidFill>
              </a:ln>
              <a:effectLst>
                <a:outerShdw blurRad="50800" dist="38100" dir="4320000" algn="tl" rotWithShape="0">
                  <a:prstClr val="black">
                    <a:alpha val="26324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sp>
            <p:nvSpPr>
              <p:cNvPr id="200" name="矩形 199"/>
              <p:cNvSpPr/>
              <p:nvPr/>
            </p:nvSpPr>
            <p:spPr>
              <a:xfrm>
                <a:off x="3595046" y="2502968"/>
                <a:ext cx="25337" cy="1002887"/>
              </a:xfrm>
              <a:prstGeom prst="rect">
                <a:avLst/>
              </a:prstGeom>
              <a:pattFill prst="ltHorz">
                <a:fgClr>
                  <a:schemeClr val="accent3">
                    <a:lumMod val="75000"/>
                  </a:schemeClr>
                </a:fgClr>
                <a:bgClr>
                  <a:schemeClr val="bg1"/>
                </a:bgClr>
              </a:pattFill>
              <a:ln w="3175">
                <a:solidFill>
                  <a:schemeClr val="accent1">
                    <a:shade val="15000"/>
                    <a:alpha val="38000"/>
                  </a:schemeClr>
                </a:solidFill>
              </a:ln>
              <a:effectLst>
                <a:outerShdw blurRad="50800" dist="38100" dir="4320000" algn="tl" rotWithShape="0">
                  <a:prstClr val="black">
                    <a:alpha val="26324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sp>
            <p:nvSpPr>
              <p:cNvPr id="201" name="矩形 200"/>
              <p:cNvSpPr/>
              <p:nvPr/>
            </p:nvSpPr>
            <p:spPr>
              <a:xfrm>
                <a:off x="3565930" y="2559040"/>
                <a:ext cx="25337" cy="1002887"/>
              </a:xfrm>
              <a:prstGeom prst="rect">
                <a:avLst/>
              </a:prstGeom>
              <a:pattFill prst="ltHorz">
                <a:fgClr>
                  <a:schemeClr val="accent3">
                    <a:lumMod val="75000"/>
                  </a:schemeClr>
                </a:fgClr>
                <a:bgClr>
                  <a:schemeClr val="bg1"/>
                </a:bgClr>
              </a:pattFill>
              <a:ln w="3175">
                <a:solidFill>
                  <a:schemeClr val="accent1">
                    <a:shade val="15000"/>
                    <a:alpha val="24265"/>
                  </a:schemeClr>
                </a:solidFill>
              </a:ln>
              <a:effectLst>
                <a:outerShdw blurRad="50800" dist="38100" dir="4320000" algn="tl" rotWithShape="0">
                  <a:prstClr val="black">
                    <a:alpha val="26324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sp>
            <p:nvSpPr>
              <p:cNvPr id="202" name="矩形 201"/>
              <p:cNvSpPr/>
              <p:nvPr/>
            </p:nvSpPr>
            <p:spPr>
              <a:xfrm>
                <a:off x="3536814" y="2615112"/>
                <a:ext cx="25337" cy="1002887"/>
              </a:xfrm>
              <a:prstGeom prst="rect">
                <a:avLst/>
              </a:prstGeom>
              <a:pattFill prst="ltHorz">
                <a:fgClr>
                  <a:schemeClr val="accent3">
                    <a:lumMod val="75000"/>
                  </a:schemeClr>
                </a:fgClr>
                <a:bgClr>
                  <a:schemeClr val="bg1"/>
                </a:bgClr>
              </a:pattFill>
              <a:ln w="3175">
                <a:solidFill>
                  <a:schemeClr val="tx1">
                    <a:alpha val="31000"/>
                  </a:schemeClr>
                </a:solidFill>
              </a:ln>
              <a:effectLst>
                <a:outerShdw blurRad="50800" dist="38100" dir="4320000" algn="tl" rotWithShape="0">
                  <a:prstClr val="black">
                    <a:alpha val="26324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sp>
            <p:nvSpPr>
              <p:cNvPr id="203" name="矩形 202"/>
              <p:cNvSpPr/>
              <p:nvPr/>
            </p:nvSpPr>
            <p:spPr>
              <a:xfrm>
                <a:off x="3507698" y="2671184"/>
                <a:ext cx="25337" cy="1002887"/>
              </a:xfrm>
              <a:prstGeom prst="rect">
                <a:avLst/>
              </a:prstGeom>
              <a:pattFill prst="ltHorz">
                <a:fgClr>
                  <a:schemeClr val="accent3">
                    <a:lumMod val="75000"/>
                  </a:schemeClr>
                </a:fgClr>
                <a:bgClr>
                  <a:schemeClr val="bg1"/>
                </a:bgClr>
              </a:pattFill>
              <a:ln w="3175">
                <a:solidFill>
                  <a:schemeClr val="accent1">
                    <a:shade val="15000"/>
                    <a:alpha val="67484"/>
                  </a:schemeClr>
                </a:solidFill>
              </a:ln>
              <a:effectLst>
                <a:outerShdw blurRad="50800" dist="38100" dir="4320000" algn="tl" rotWithShape="0">
                  <a:prstClr val="black">
                    <a:alpha val="26324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sp>
            <p:nvSpPr>
              <p:cNvPr id="204" name="矩形 203"/>
              <p:cNvSpPr/>
              <p:nvPr/>
            </p:nvSpPr>
            <p:spPr>
              <a:xfrm>
                <a:off x="3478582" y="2727256"/>
                <a:ext cx="25337" cy="1002887"/>
              </a:xfrm>
              <a:prstGeom prst="rect">
                <a:avLst/>
              </a:prstGeom>
              <a:pattFill prst="ltHorz">
                <a:fgClr>
                  <a:schemeClr val="accent3">
                    <a:lumMod val="75000"/>
                  </a:schemeClr>
                </a:fgClr>
                <a:bgClr>
                  <a:schemeClr val="bg1"/>
                </a:bgClr>
              </a:pattFill>
              <a:ln w="3175">
                <a:solidFill>
                  <a:schemeClr val="accent1">
                    <a:shade val="15000"/>
                  </a:schemeClr>
                </a:solidFill>
              </a:ln>
              <a:effectLst>
                <a:outerShdw blurRad="50800" dist="38100" dir="4320000" algn="tl" rotWithShape="0">
                  <a:prstClr val="black">
                    <a:alpha val="26324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</p:grpSp>
        <p:sp>
          <p:nvSpPr>
            <p:cNvPr id="206" name="矩形 205"/>
            <p:cNvSpPr/>
            <p:nvPr/>
          </p:nvSpPr>
          <p:spPr>
            <a:xfrm>
              <a:off x="10287" y="2696"/>
              <a:ext cx="8412" cy="593"/>
            </a:xfrm>
            <a:prstGeom prst="rect">
              <a:avLst/>
            </a:prstGeom>
            <a:solidFill>
              <a:schemeClr val="accent6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6">
                <a:shade val="15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sz="12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Global Memory</a:t>
              </a:r>
              <a:endParaRPr kumimoji="1" lang="zh-CN" altLang="en-US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pic>
          <p:nvPicPr>
            <p:cNvPr id="208" name="图片 207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17173" y="8700"/>
              <a:ext cx="1363" cy="363"/>
            </a:xfrm>
            <a:prstGeom prst="rect">
              <a:avLst/>
            </a:prstGeom>
          </p:spPr>
        </p:pic>
        <p:pic>
          <p:nvPicPr>
            <p:cNvPr id="209" name="图片 208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4881" y="8708"/>
              <a:ext cx="1215" cy="441"/>
            </a:xfrm>
            <a:prstGeom prst="rect">
              <a:avLst/>
            </a:prstGeom>
          </p:spPr>
        </p:pic>
        <p:pic>
          <p:nvPicPr>
            <p:cNvPr id="210" name="图片 209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0917" y="8743"/>
              <a:ext cx="1901" cy="363"/>
            </a:xfrm>
            <a:prstGeom prst="rect">
              <a:avLst/>
            </a:prstGeom>
          </p:spPr>
        </p:pic>
        <p:cxnSp>
          <p:nvCxnSpPr>
            <p:cNvPr id="129" name="直线箭头连接符 128"/>
            <p:cNvCxnSpPr/>
            <p:nvPr/>
          </p:nvCxnSpPr>
          <p:spPr>
            <a:xfrm>
              <a:off x="10891" y="3289"/>
              <a:ext cx="0" cy="2032"/>
            </a:xfrm>
            <a:prstGeom prst="straightConnector1">
              <a:avLst/>
            </a:prstGeom>
            <a:ln w="9525">
              <a:solidFill>
                <a:schemeClr val="tx1">
                  <a:lumMod val="75000"/>
                  <a:lumOff val="25000"/>
                </a:schemeClr>
              </a:solidFill>
              <a:tailEnd type="stealth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2" name="直线箭头连接符 131"/>
            <p:cNvCxnSpPr/>
            <p:nvPr/>
          </p:nvCxnSpPr>
          <p:spPr>
            <a:xfrm>
              <a:off x="11328" y="3289"/>
              <a:ext cx="0" cy="1609"/>
            </a:xfrm>
            <a:prstGeom prst="straightConnector1">
              <a:avLst/>
            </a:prstGeom>
            <a:ln w="9525">
              <a:solidFill>
                <a:schemeClr val="tx1">
                  <a:lumMod val="75000"/>
                  <a:lumOff val="25000"/>
                </a:schemeClr>
              </a:solidFill>
              <a:tailEnd type="stealth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6" name="直线箭头连接符 135"/>
            <p:cNvCxnSpPr/>
            <p:nvPr/>
          </p:nvCxnSpPr>
          <p:spPr>
            <a:xfrm>
              <a:off x="11766" y="3289"/>
              <a:ext cx="0" cy="1096"/>
            </a:xfrm>
            <a:prstGeom prst="straightConnector1">
              <a:avLst/>
            </a:prstGeom>
            <a:ln w="9525">
              <a:solidFill>
                <a:schemeClr val="tx1">
                  <a:lumMod val="75000"/>
                  <a:lumOff val="25000"/>
                </a:schemeClr>
              </a:solidFill>
              <a:tailEnd type="stealth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43" name="组合 142"/>
            <p:cNvGrpSpPr/>
            <p:nvPr/>
          </p:nvGrpSpPr>
          <p:grpSpPr>
            <a:xfrm>
              <a:off x="15617" y="3289"/>
              <a:ext cx="2788" cy="2040"/>
              <a:chOff x="2653419" y="1940958"/>
              <a:chExt cx="1089769" cy="797459"/>
            </a:xfrm>
          </p:grpSpPr>
          <p:cxnSp>
            <p:nvCxnSpPr>
              <p:cNvPr id="144" name="直线箭头连接符 143"/>
              <p:cNvCxnSpPr/>
              <p:nvPr/>
            </p:nvCxnSpPr>
            <p:spPr>
              <a:xfrm>
                <a:off x="2653419" y="1940958"/>
                <a:ext cx="0" cy="794210"/>
              </a:xfrm>
              <a:prstGeom prst="straightConnector1">
                <a:avLst/>
              </a:prstGeom>
              <a:ln w="9525">
                <a:solidFill>
                  <a:schemeClr val="tx1">
                    <a:lumMod val="75000"/>
                    <a:lumOff val="25000"/>
                  </a:schemeClr>
                </a:solidFill>
                <a:tailEnd type="stealth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5" name="直线箭头连接符 144"/>
              <p:cNvCxnSpPr/>
              <p:nvPr/>
            </p:nvCxnSpPr>
            <p:spPr>
              <a:xfrm>
                <a:off x="2682120" y="1940958"/>
                <a:ext cx="0" cy="741059"/>
              </a:xfrm>
              <a:prstGeom prst="straightConnector1">
                <a:avLst/>
              </a:prstGeom>
              <a:ln w="9525">
                <a:solidFill>
                  <a:schemeClr val="tx1">
                    <a:lumMod val="75000"/>
                    <a:lumOff val="25000"/>
                  </a:schemeClr>
                </a:solidFill>
                <a:tailEnd type="stealth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6" name="直线箭头连接符 145"/>
              <p:cNvCxnSpPr/>
              <p:nvPr/>
            </p:nvCxnSpPr>
            <p:spPr>
              <a:xfrm>
                <a:off x="2710821" y="1940958"/>
                <a:ext cx="0" cy="684987"/>
              </a:xfrm>
              <a:prstGeom prst="straightConnector1">
                <a:avLst/>
              </a:prstGeom>
              <a:ln w="9525">
                <a:solidFill>
                  <a:schemeClr val="tx1">
                    <a:lumMod val="75000"/>
                    <a:lumOff val="25000"/>
                  </a:schemeClr>
                </a:solidFill>
                <a:tailEnd type="stealth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7" name="直线箭头连接符 146"/>
              <p:cNvCxnSpPr/>
              <p:nvPr/>
            </p:nvCxnSpPr>
            <p:spPr>
              <a:xfrm>
                <a:off x="2739522" y="1940958"/>
                <a:ext cx="0" cy="628915"/>
              </a:xfrm>
              <a:prstGeom prst="straightConnector1">
                <a:avLst/>
              </a:prstGeom>
              <a:ln w="9525">
                <a:solidFill>
                  <a:schemeClr val="tx1">
                    <a:lumMod val="75000"/>
                    <a:lumOff val="25000"/>
                  </a:schemeClr>
                </a:solidFill>
                <a:tailEnd type="stealth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8" name="直线箭头连接符 147"/>
              <p:cNvCxnSpPr/>
              <p:nvPr/>
            </p:nvCxnSpPr>
            <p:spPr>
              <a:xfrm>
                <a:off x="2768223" y="1940958"/>
                <a:ext cx="1129" cy="575883"/>
              </a:xfrm>
              <a:prstGeom prst="straightConnector1">
                <a:avLst/>
              </a:prstGeom>
              <a:ln w="9525">
                <a:solidFill>
                  <a:schemeClr val="tx1">
                    <a:lumMod val="75000"/>
                    <a:lumOff val="25000"/>
                  </a:schemeClr>
                </a:solidFill>
                <a:tailEnd type="stealth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9" name="直线箭头连接符 148"/>
              <p:cNvCxnSpPr/>
              <p:nvPr/>
            </p:nvCxnSpPr>
            <p:spPr>
              <a:xfrm>
                <a:off x="2797578" y="1940958"/>
                <a:ext cx="890" cy="519811"/>
              </a:xfrm>
              <a:prstGeom prst="straightConnector1">
                <a:avLst/>
              </a:prstGeom>
              <a:ln w="9525">
                <a:solidFill>
                  <a:schemeClr val="tx1">
                    <a:lumMod val="75000"/>
                    <a:lumOff val="25000"/>
                  </a:schemeClr>
                </a:solidFill>
                <a:tailEnd type="stealth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0" name="直线箭头连接符 149"/>
              <p:cNvCxnSpPr/>
              <p:nvPr/>
            </p:nvCxnSpPr>
            <p:spPr>
              <a:xfrm>
                <a:off x="2826279" y="1940958"/>
                <a:ext cx="1305" cy="463739"/>
              </a:xfrm>
              <a:prstGeom prst="straightConnector1">
                <a:avLst/>
              </a:prstGeom>
              <a:ln w="9525">
                <a:solidFill>
                  <a:schemeClr val="tx1">
                    <a:lumMod val="75000"/>
                    <a:lumOff val="25000"/>
                  </a:schemeClr>
                </a:solidFill>
                <a:tailEnd type="stealth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1" name="直线箭头连接符 150"/>
              <p:cNvCxnSpPr/>
              <p:nvPr/>
            </p:nvCxnSpPr>
            <p:spPr>
              <a:xfrm>
                <a:off x="2854980" y="1940958"/>
                <a:ext cx="1720" cy="407667"/>
              </a:xfrm>
              <a:prstGeom prst="straightConnector1">
                <a:avLst/>
              </a:prstGeom>
              <a:ln w="9525">
                <a:solidFill>
                  <a:schemeClr val="tx1">
                    <a:lumMod val="75000"/>
                    <a:lumOff val="25000"/>
                  </a:schemeClr>
                </a:solidFill>
                <a:tailEnd type="stealth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2" name="直线箭头连接符 151"/>
              <p:cNvCxnSpPr/>
              <p:nvPr/>
            </p:nvCxnSpPr>
            <p:spPr>
              <a:xfrm>
                <a:off x="2883678" y="1940958"/>
                <a:ext cx="2139" cy="337102"/>
              </a:xfrm>
              <a:prstGeom prst="straightConnector1">
                <a:avLst/>
              </a:prstGeom>
              <a:ln w="9525">
                <a:solidFill>
                  <a:schemeClr val="tx1">
                    <a:lumMod val="75000"/>
                    <a:lumOff val="25000"/>
                  </a:schemeClr>
                </a:solidFill>
                <a:tailEnd type="stealth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153" name="组合 152"/>
              <p:cNvGrpSpPr/>
              <p:nvPr/>
            </p:nvGrpSpPr>
            <p:grpSpPr>
              <a:xfrm>
                <a:off x="3509381" y="1944207"/>
                <a:ext cx="233807" cy="794210"/>
                <a:chOff x="2805819" y="2087008"/>
                <a:chExt cx="233807" cy="794210"/>
              </a:xfrm>
            </p:grpSpPr>
            <p:cxnSp>
              <p:nvCxnSpPr>
                <p:cNvPr id="154" name="直线箭头连接符 153"/>
                <p:cNvCxnSpPr/>
                <p:nvPr/>
              </p:nvCxnSpPr>
              <p:spPr>
                <a:xfrm>
                  <a:off x="2805819" y="2087008"/>
                  <a:ext cx="0" cy="794210"/>
                </a:xfrm>
                <a:prstGeom prst="straightConnector1">
                  <a:avLst/>
                </a:prstGeom>
                <a:ln w="9525">
                  <a:solidFill>
                    <a:schemeClr val="tx1">
                      <a:lumMod val="75000"/>
                      <a:lumOff val="25000"/>
                    </a:schemeClr>
                  </a:solidFill>
                  <a:headEnd type="stealth" w="sm" len="sm"/>
                  <a:tailEnd type="none" w="sm" len="sm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55" name="直线箭头连接符 154"/>
                <p:cNvCxnSpPr/>
                <p:nvPr/>
              </p:nvCxnSpPr>
              <p:spPr>
                <a:xfrm>
                  <a:off x="2834520" y="2087008"/>
                  <a:ext cx="0" cy="741059"/>
                </a:xfrm>
                <a:prstGeom prst="straightConnector1">
                  <a:avLst/>
                </a:prstGeom>
                <a:ln w="9525">
                  <a:solidFill>
                    <a:schemeClr val="tx1">
                      <a:lumMod val="75000"/>
                      <a:lumOff val="25000"/>
                    </a:schemeClr>
                  </a:solidFill>
                  <a:headEnd type="stealth" w="sm" len="sm"/>
                  <a:tailEnd type="none" w="sm" len="sm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56" name="直线箭头连接符 155"/>
                <p:cNvCxnSpPr/>
                <p:nvPr/>
              </p:nvCxnSpPr>
              <p:spPr>
                <a:xfrm>
                  <a:off x="2863221" y="2087008"/>
                  <a:ext cx="0" cy="684987"/>
                </a:xfrm>
                <a:prstGeom prst="straightConnector1">
                  <a:avLst/>
                </a:prstGeom>
                <a:ln w="9525">
                  <a:solidFill>
                    <a:schemeClr val="tx1">
                      <a:lumMod val="75000"/>
                      <a:lumOff val="25000"/>
                    </a:schemeClr>
                  </a:solidFill>
                  <a:headEnd type="stealth" w="sm" len="sm"/>
                  <a:tailEnd type="none" w="sm" len="sm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57" name="直线箭头连接符 156"/>
                <p:cNvCxnSpPr/>
                <p:nvPr/>
              </p:nvCxnSpPr>
              <p:spPr>
                <a:xfrm>
                  <a:off x="2891922" y="2087008"/>
                  <a:ext cx="0" cy="628915"/>
                </a:xfrm>
                <a:prstGeom prst="straightConnector1">
                  <a:avLst/>
                </a:prstGeom>
                <a:ln w="9525">
                  <a:solidFill>
                    <a:schemeClr val="tx1">
                      <a:lumMod val="75000"/>
                      <a:lumOff val="25000"/>
                    </a:schemeClr>
                  </a:solidFill>
                  <a:headEnd type="stealth" w="sm" len="sm"/>
                  <a:tailEnd type="none" w="sm" len="sm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58" name="直线箭头连接符 157"/>
                <p:cNvCxnSpPr/>
                <p:nvPr/>
              </p:nvCxnSpPr>
              <p:spPr>
                <a:xfrm>
                  <a:off x="2920623" y="2087008"/>
                  <a:ext cx="2538" cy="572634"/>
                </a:xfrm>
                <a:prstGeom prst="straightConnector1">
                  <a:avLst/>
                </a:prstGeom>
                <a:ln w="9525">
                  <a:solidFill>
                    <a:schemeClr val="tx1">
                      <a:lumMod val="75000"/>
                      <a:lumOff val="25000"/>
                    </a:schemeClr>
                  </a:solidFill>
                  <a:headEnd type="stealth" w="sm" len="sm"/>
                  <a:tailEnd type="none" w="sm" len="sm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59" name="直线箭头连接符 158"/>
                <p:cNvCxnSpPr/>
                <p:nvPr/>
              </p:nvCxnSpPr>
              <p:spPr>
                <a:xfrm>
                  <a:off x="2949978" y="2087008"/>
                  <a:ext cx="2299" cy="516562"/>
                </a:xfrm>
                <a:prstGeom prst="straightConnector1">
                  <a:avLst/>
                </a:prstGeom>
                <a:ln w="9525">
                  <a:solidFill>
                    <a:schemeClr val="tx1">
                      <a:lumMod val="75000"/>
                      <a:lumOff val="25000"/>
                    </a:schemeClr>
                  </a:solidFill>
                  <a:headEnd type="stealth" w="sm" len="sm"/>
                  <a:tailEnd type="none" w="sm" len="sm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60" name="直线箭头连接符 159"/>
                <p:cNvCxnSpPr/>
                <p:nvPr/>
              </p:nvCxnSpPr>
              <p:spPr>
                <a:xfrm>
                  <a:off x="2978679" y="2087008"/>
                  <a:ext cx="2714" cy="460490"/>
                </a:xfrm>
                <a:prstGeom prst="straightConnector1">
                  <a:avLst/>
                </a:prstGeom>
                <a:ln w="9525">
                  <a:solidFill>
                    <a:schemeClr val="tx1">
                      <a:lumMod val="75000"/>
                      <a:lumOff val="25000"/>
                    </a:schemeClr>
                  </a:solidFill>
                  <a:headEnd type="stealth" w="sm" len="sm"/>
                  <a:tailEnd type="none" w="sm" len="sm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61" name="直线箭头连接符 160"/>
                <p:cNvCxnSpPr/>
                <p:nvPr/>
              </p:nvCxnSpPr>
              <p:spPr>
                <a:xfrm>
                  <a:off x="3007380" y="2087008"/>
                  <a:ext cx="3129" cy="404418"/>
                </a:xfrm>
                <a:prstGeom prst="straightConnector1">
                  <a:avLst/>
                </a:prstGeom>
                <a:ln w="9525">
                  <a:solidFill>
                    <a:schemeClr val="tx1">
                      <a:lumMod val="75000"/>
                      <a:lumOff val="25000"/>
                    </a:schemeClr>
                  </a:solidFill>
                  <a:headEnd type="stealth" w="sm" len="sm"/>
                  <a:tailEnd type="none" w="sm" len="sm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62" name="直线箭头连接符 161"/>
                <p:cNvCxnSpPr/>
                <p:nvPr/>
              </p:nvCxnSpPr>
              <p:spPr>
                <a:xfrm>
                  <a:off x="3036078" y="2087008"/>
                  <a:ext cx="3548" cy="333853"/>
                </a:xfrm>
                <a:prstGeom prst="straightConnector1">
                  <a:avLst/>
                </a:prstGeom>
                <a:ln w="9525">
                  <a:solidFill>
                    <a:schemeClr val="tx1">
                      <a:lumMod val="75000"/>
                      <a:lumOff val="25000"/>
                    </a:schemeClr>
                  </a:solidFill>
                  <a:headEnd type="stealth" w="sm" len="sm"/>
                  <a:tailEnd type="none" w="sm" len="sm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sp>
          <p:nvSpPr>
            <p:cNvPr id="8" name="右大括号 7"/>
            <p:cNvSpPr/>
            <p:nvPr/>
          </p:nvSpPr>
          <p:spPr>
            <a:xfrm rot="13064461">
              <a:off x="10599" y="4874"/>
              <a:ext cx="224" cy="502"/>
            </a:xfrm>
            <a:prstGeom prst="rightBrace">
              <a:avLst>
                <a:gd name="adj1" fmla="val 38192"/>
                <a:gd name="adj2" fmla="val 50000"/>
              </a:avLst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1" name="文本框 10"/>
            <p:cNvSpPr txBox="1"/>
            <p:nvPr/>
          </p:nvSpPr>
          <p:spPr>
            <a:xfrm>
              <a:off x="10380" y="4731"/>
              <a:ext cx="440" cy="43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zh-CN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L</a:t>
              </a:r>
              <a:endParaRPr kumimoji="1" lang="zh-CN" altLang="en-US" sz="12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159</Words>
  <Application>WPS 演示</Application>
  <PresentationFormat>宽屏</PresentationFormat>
  <Paragraphs>28</Paragraphs>
  <Slides>2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12" baseType="lpstr">
      <vt:lpstr>Arial</vt:lpstr>
      <vt:lpstr>宋体</vt:lpstr>
      <vt:lpstr>Wingdings</vt:lpstr>
      <vt:lpstr>Times New Roman</vt:lpstr>
      <vt:lpstr>Cambria Math</vt:lpstr>
      <vt:lpstr>等线</vt:lpstr>
      <vt:lpstr>微软雅黑</vt:lpstr>
      <vt:lpstr>Arial Unicode MS</vt:lpstr>
      <vt:lpstr>等线 Light</vt:lpstr>
      <vt:lpstr>Office 主题​​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卜瑞</dc:creator>
  <cp:lastModifiedBy>叶杨轶</cp:lastModifiedBy>
  <cp:revision>9</cp:revision>
  <dcterms:created xsi:type="dcterms:W3CDTF">2025-11-13T11:41:00Z</dcterms:created>
  <dcterms:modified xsi:type="dcterms:W3CDTF">2025-11-18T11:43:49Z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78C69844CE12437CB2940A49E1DB3889_13</vt:lpwstr>
  </property>
  <property fmtid="{D5CDD505-2E9C-101B-9397-08002B2CF9AE}" pid="3" name="KSOProductBuildVer">
    <vt:lpwstr>2052-12.1.0.23125</vt:lpwstr>
  </property>
</Properties>
</file>